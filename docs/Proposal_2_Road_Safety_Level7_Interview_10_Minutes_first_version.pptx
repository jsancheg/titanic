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slideLayouts/_rels/slideLayout1.xml.rels" ContentType="application/vnd.openxmlformats-package.relationships+xml"/>
  <Override PartName="/ppt/slideLayouts/slideLayout1.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1.xml" ContentType="application/vnd.openxmlformats-officedocument.presentationml.slide+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Slides/_rels/notesSlide7.xml.rels" ContentType="application/vnd.openxmlformats-package.relationships+xml"/>
  <Override PartName="/ppt/notesSlides/_rels/notesSlide6.xml.rels" ContentType="application/vnd.openxmlformats-package.relationships+xml"/>
  <Override PartName="/ppt/notesSlides/_rels/notesSlide5.xml.rels" ContentType="application/vnd.openxmlformats-package.relationships+xml"/>
  <Override PartName="/ppt/notesSlides/_rels/notesSlide4.xml.rels" ContentType="application/vnd.openxmlformats-package.relationships+xml"/>
  <Override PartName="/ppt/notesSlides/_rels/notesSlide3.xml.rels" ContentType="application/vnd.openxmlformats-package.relationships+xml"/>
  <Override PartName="/ppt/notesSlides/_rels/notesSlide2.xml.rels" ContentType="application/vnd.openxmlformats-package.relationships+xml"/>
  <Override PartName="/ppt/notesSlides/_rels/notesSlide1.xml.rels" ContentType="application/vnd.openxmlformats-package.relationship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Lst>
  <p:sldSz cx="12192000" cy="6858000"/>
  <p:notesSz cx="6858000" cy="12192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en-US" sz="1800" spc="-1" strike="noStrike">
                <a:solidFill>
                  <a:schemeClr val="dk1"/>
                </a:solidFill>
                <a:latin typeface="Aptos"/>
              </a:rPr>
              <a:t>Click to move the slide</a:t>
            </a:r>
            <a:endParaRPr b="0" lang="en-US" sz="1800" spc="-1" strike="noStrike">
              <a:solidFill>
                <a:schemeClr val="dk1"/>
              </a:solidFill>
              <a:latin typeface="Aptos"/>
            </a:endParaRPr>
          </a:p>
        </p:txBody>
      </p:sp>
      <p:sp>
        <p:nvSpPr>
          <p:cNvPr id="3"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4"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5"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6"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7"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DC2769D5-4435-4A44-9C7C-477DADD02CEB}"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1" name="PlaceHolder 1"/>
          <p:cNvSpPr>
            <a:spLocks noGrp="1"/>
          </p:cNvSpPr>
          <p:nvPr>
            <p:ph type="sldImg"/>
          </p:nvPr>
        </p:nvSpPr>
        <p:spPr>
          <a:xfrm>
            <a:off x="685800" y="1143000"/>
            <a:ext cx="5486040" cy="3085920"/>
          </a:xfrm>
          <a:prstGeom prst="rect">
            <a:avLst/>
          </a:prstGeom>
          <a:ln w="0">
            <a:noFill/>
          </a:ln>
        </p:spPr>
      </p:sp>
      <p:sp>
        <p:nvSpPr>
          <p:cNvPr id="18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TIME 0:55. Open with </a:t>
            </a:r>
            <a:r>
              <a:rPr b="0" lang="en-US" sz="2000" spc="-1" strike="noStrike">
                <a:solidFill>
                  <a:srgbClr val="000000"/>
                </a:solidFill>
                <a:latin typeface="Arial"/>
              </a:rPr>
              <a:t>the question: Can data </a:t>
            </a:r>
            <a:r>
              <a:rPr b="0" lang="en-US" sz="2000" spc="-1" strike="noStrike">
                <a:solidFill>
                  <a:srgbClr val="000000"/>
                </a:solidFill>
                <a:latin typeface="Arial"/>
              </a:rPr>
              <a:t>analytics help us make </a:t>
            </a:r>
            <a:r>
              <a:rPr b="0" lang="en-US" sz="2000" spc="-1" strike="noStrike">
                <a:solidFill>
                  <a:srgbClr val="000000"/>
                </a:solidFill>
                <a:latin typeface="Arial"/>
              </a:rPr>
              <a:t>roads safer? The </a:t>
            </a:r>
            <a:r>
              <a:rPr b="0" lang="en-US" sz="2000" spc="-1" strike="noStrike">
                <a:solidFill>
                  <a:srgbClr val="000000"/>
                </a:solidFill>
                <a:latin typeface="Arial"/>
              </a:rPr>
              <a:t>teaching challenge is </a:t>
            </a:r>
            <a:r>
              <a:rPr b="0" lang="en-US" sz="2000" spc="-1" strike="noStrike">
                <a:solidFill>
                  <a:srgbClr val="000000"/>
                </a:solidFill>
                <a:latin typeface="Arial"/>
              </a:rPr>
              <a:t>to move students </a:t>
            </a:r>
            <a:r>
              <a:rPr b="0" lang="en-US" sz="2000" spc="-1" strike="noStrike">
                <a:solidFill>
                  <a:srgbClr val="000000"/>
                </a:solidFill>
                <a:latin typeface="Arial"/>
              </a:rPr>
              <a:t>beyond building a </a:t>
            </a:r>
            <a:r>
              <a:rPr b="0" lang="en-US" sz="2000" spc="-1" strike="noStrike">
                <a:solidFill>
                  <a:srgbClr val="000000"/>
                </a:solidFill>
                <a:latin typeface="Arial"/>
              </a:rPr>
              <a:t>model towards </a:t>
            </a:r>
            <a:r>
              <a:rPr b="0" lang="en-US" sz="2000" spc="-1" strike="noStrike">
                <a:solidFill>
                  <a:srgbClr val="000000"/>
                </a:solidFill>
                <a:latin typeface="Arial"/>
              </a:rPr>
              <a:t>constructing evidence </a:t>
            </a:r>
            <a:r>
              <a:rPr b="0" lang="en-US" sz="2000" spc="-1" strike="noStrike">
                <a:solidFill>
                  <a:srgbClr val="000000"/>
                </a:solidFill>
                <a:latin typeface="Arial"/>
              </a:rPr>
              <a:t>they can defend. I </a:t>
            </a:r>
            <a:r>
              <a:rPr b="0" lang="en-US" sz="2000" spc="-1" strike="noStrike">
                <a:solidFill>
                  <a:srgbClr val="000000"/>
                </a:solidFill>
                <a:latin typeface="Arial"/>
              </a:rPr>
              <a:t>propose six connected </a:t>
            </a:r>
            <a:r>
              <a:rPr b="0" lang="en-US" sz="2000" spc="-1" strike="noStrike">
                <a:solidFill>
                  <a:srgbClr val="000000"/>
                </a:solidFill>
                <a:latin typeface="Arial"/>
              </a:rPr>
              <a:t>laboratory units </a:t>
            </a:r>
            <a:r>
              <a:rPr b="0" lang="en-US" sz="2000" spc="-1" strike="noStrike">
                <a:solidFill>
                  <a:srgbClr val="000000"/>
                </a:solidFill>
                <a:latin typeface="Arial"/>
              </a:rPr>
              <a:t>organised around a </a:t>
            </a:r>
            <a:r>
              <a:rPr b="0" lang="en-US" sz="2000" spc="-1" strike="noStrike">
                <a:solidFill>
                  <a:srgbClr val="000000"/>
                </a:solidFill>
                <a:latin typeface="Arial"/>
              </a:rPr>
              <a:t>real Department for </a:t>
            </a:r>
            <a:r>
              <a:rPr b="0" lang="en-US" sz="2000" spc="-1" strike="noStrike">
                <a:solidFill>
                  <a:srgbClr val="000000"/>
                </a:solidFill>
                <a:latin typeface="Arial"/>
              </a:rPr>
              <a:t>Transport road-safety </a:t>
            </a:r>
            <a:r>
              <a:rPr b="0" lang="en-US" sz="2000" spc="-1" strike="noStrike">
                <a:solidFill>
                  <a:srgbClr val="000000"/>
                </a:solidFill>
                <a:latin typeface="Arial"/>
              </a:rPr>
              <a:t>dataset. Each practical </a:t>
            </a:r>
            <a:r>
              <a:rPr b="0" lang="en-US" sz="2000" spc="-1" strike="noStrike">
                <a:solidFill>
                  <a:srgbClr val="000000"/>
                </a:solidFill>
                <a:latin typeface="Arial"/>
              </a:rPr>
              <a:t>develops </a:t>
            </a:r>
            <a:r>
              <a:rPr b="0" lang="en-US" sz="2000" spc="-1" strike="noStrike">
                <a:solidFill>
                  <a:srgbClr val="000000"/>
                </a:solidFill>
                <a:latin typeface="Arial"/>
              </a:rPr>
              <a:t>computational </a:t>
            </a:r>
            <a:r>
              <a:rPr b="0" lang="en-US" sz="2000" spc="-1" strike="noStrike">
                <a:solidFill>
                  <a:srgbClr val="000000"/>
                </a:solidFill>
                <a:latin typeface="Arial"/>
              </a:rPr>
              <a:t>capability, statistical </a:t>
            </a:r>
            <a:r>
              <a:rPr b="0" lang="en-US" sz="2000" spc="-1" strike="noStrike">
                <a:solidFill>
                  <a:srgbClr val="000000"/>
                </a:solidFill>
                <a:latin typeface="Arial"/>
              </a:rPr>
              <a:t>judgement and an </a:t>
            </a:r>
            <a:r>
              <a:rPr b="0" lang="en-US" sz="2000" spc="-1" strike="noStrike">
                <a:solidFill>
                  <a:srgbClr val="000000"/>
                </a:solidFill>
                <a:latin typeface="Arial"/>
              </a:rPr>
              <a:t>understanding of </a:t>
            </a:r>
            <a:r>
              <a:rPr b="0" lang="en-US" sz="2000" spc="-1" strike="noStrike">
                <a:solidFill>
                  <a:srgbClr val="000000"/>
                </a:solidFill>
                <a:latin typeface="Arial"/>
              </a:rPr>
              <a:t>responsible </a:t>
            </a:r>
            <a:r>
              <a:rPr b="0" lang="en-US" sz="2000" spc="-1" strike="noStrike">
                <a:solidFill>
                  <a:srgbClr val="000000"/>
                </a:solidFill>
                <a:latin typeface="Arial"/>
              </a:rPr>
              <a:t>deployment. These </a:t>
            </a:r>
            <a:r>
              <a:rPr b="0" lang="en-US" sz="2000" spc="-1" strike="noStrike">
                <a:solidFill>
                  <a:srgbClr val="000000"/>
                </a:solidFill>
                <a:latin typeface="Arial"/>
              </a:rPr>
              <a:t>are illustrative lab </a:t>
            </a:r>
            <a:r>
              <a:rPr b="0" lang="en-US" sz="2000" spc="-1" strike="noStrike">
                <a:solidFill>
                  <a:srgbClr val="000000"/>
                </a:solidFill>
                <a:latin typeface="Arial"/>
              </a:rPr>
              <a:t>units, not a claim </a:t>
            </a:r>
            <a:r>
              <a:rPr b="0" lang="en-US" sz="2000" spc="-1" strike="noStrike">
                <a:solidFill>
                  <a:srgbClr val="000000"/>
                </a:solidFill>
                <a:latin typeface="Arial"/>
              </a:rPr>
              <a:t>about the approved </a:t>
            </a:r>
            <a:r>
              <a:rPr b="0" lang="en-US" sz="2000" spc="-1" strike="noStrike">
                <a:solidFill>
                  <a:srgbClr val="000000"/>
                </a:solidFill>
                <a:latin typeface="Arial"/>
              </a:rPr>
              <a:t>weekly timetable. </a:t>
            </a:r>
            <a:r>
              <a:rPr b="0" lang="en-US" sz="2000" spc="-1" strike="noStrike">
                <a:solidFill>
                  <a:srgbClr val="000000"/>
                </a:solidFill>
                <a:latin typeface="Arial"/>
              </a:rPr>
              <a:t>Transition: first, what </a:t>
            </a:r>
            <a:r>
              <a:rPr b="0" lang="en-US" sz="2000" spc="-1" strike="noStrike">
                <a:solidFill>
                  <a:srgbClr val="000000"/>
                </a:solidFill>
                <a:latin typeface="Arial"/>
              </a:rPr>
              <a:t>should Level 7 </a:t>
            </a:r>
            <a:r>
              <a:rPr b="0" lang="en-US" sz="2000" spc="-1" strike="noStrike">
                <a:solidFill>
                  <a:srgbClr val="000000"/>
                </a:solidFill>
                <a:latin typeface="Arial"/>
              </a:rPr>
              <a:t>students actually be </a:t>
            </a:r>
            <a:r>
              <a:rPr b="0" lang="en-US" sz="2000" spc="-1" strike="noStrike">
                <a:solidFill>
                  <a:srgbClr val="000000"/>
                </a:solidFill>
                <a:latin typeface="Arial"/>
              </a:rPr>
              <a:t>able to do?</a:t>
            </a:r>
            <a:endParaRPr b="0" lang="en-US" sz="2000" spc="-1" strike="noStrike">
              <a:solidFill>
                <a:srgbClr val="000000"/>
              </a:solidFill>
              <a:latin typeface="Arial"/>
            </a:endParaRPr>
          </a:p>
        </p:txBody>
      </p:sp>
      <p:sp>
        <p:nvSpPr>
          <p:cNvPr id="183" name="PlaceHolder 3"/>
          <p:cNvSpPr>
            <a:spLocks noGrp="1"/>
          </p:cNvSpPr>
          <p:nvPr>
            <p:ph type="sldNum" idx="4"/>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7FBB7343-6A29-491D-B16A-48E4C2C59F1A}"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4" name="PlaceHolder 1"/>
          <p:cNvSpPr>
            <a:spLocks noGrp="1"/>
          </p:cNvSpPr>
          <p:nvPr>
            <p:ph type="sldImg"/>
          </p:nvPr>
        </p:nvSpPr>
        <p:spPr>
          <a:xfrm>
            <a:off x="685800" y="1143000"/>
            <a:ext cx="5486040" cy="3085920"/>
          </a:xfrm>
          <a:prstGeom prst="rect">
            <a:avLst/>
          </a:prstGeom>
          <a:ln w="0">
            <a:noFill/>
          </a:ln>
        </p:spPr>
      </p:sp>
      <p:sp>
        <p:nvSpPr>
          <p:cNvPr id="18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TIME 1:15. My </a:t>
            </a:r>
            <a:r>
              <a:rPr b="0" lang="en-US" sz="2000" spc="-1" strike="noStrike">
                <a:solidFill>
                  <a:srgbClr val="000000"/>
                </a:solidFill>
                <a:latin typeface="Arial"/>
              </a:rPr>
              <a:t>design begins with </a:t>
            </a:r>
            <a:r>
              <a:rPr b="0" lang="en-US" sz="2000" spc="-1" strike="noStrike">
                <a:solidFill>
                  <a:srgbClr val="000000"/>
                </a:solidFill>
                <a:latin typeface="Arial"/>
              </a:rPr>
              <a:t>four measurable </a:t>
            </a:r>
            <a:r>
              <a:rPr b="0" lang="en-US" sz="2000" spc="-1" strike="noStrike">
                <a:solidFill>
                  <a:srgbClr val="000000"/>
                </a:solidFill>
                <a:latin typeface="Arial"/>
              </a:rPr>
              <a:t>outcomes. Students </a:t>
            </a:r>
            <a:r>
              <a:rPr b="0" lang="en-US" sz="2000" spc="-1" strike="noStrike">
                <a:solidFill>
                  <a:srgbClr val="000000"/>
                </a:solidFill>
                <a:latin typeface="Arial"/>
              </a:rPr>
              <a:t>formulate the </a:t>
            </a:r>
            <a:r>
              <a:rPr b="0" lang="en-US" sz="2000" spc="-1" strike="noStrike">
                <a:solidFill>
                  <a:srgbClr val="000000"/>
                </a:solidFill>
                <a:latin typeface="Arial"/>
              </a:rPr>
              <a:t>analytics problem, </a:t>
            </a:r>
            <a:r>
              <a:rPr b="0" lang="en-US" sz="2000" spc="-1" strike="noStrike">
                <a:solidFill>
                  <a:srgbClr val="000000"/>
                </a:solidFill>
                <a:latin typeface="Arial"/>
              </a:rPr>
              <a:t>engineer </a:t>
            </a:r>
            <a:r>
              <a:rPr b="0" lang="en-US" sz="2000" spc="-1" strike="noStrike">
                <a:solidFill>
                  <a:srgbClr val="000000"/>
                </a:solidFill>
                <a:latin typeface="Arial"/>
              </a:rPr>
              <a:t>reproducible data, </a:t>
            </a:r>
            <a:r>
              <a:rPr b="0" lang="en-US" sz="2000" spc="-1" strike="noStrike">
                <a:solidFill>
                  <a:srgbClr val="000000"/>
                </a:solidFill>
                <a:latin typeface="Arial"/>
              </a:rPr>
              <a:t>critically justify </a:t>
            </a:r>
            <a:r>
              <a:rPr b="0" lang="en-US" sz="2000" spc="-1" strike="noStrike">
                <a:solidFill>
                  <a:srgbClr val="000000"/>
                </a:solidFill>
                <a:latin typeface="Arial"/>
              </a:rPr>
              <a:t>statistics and </a:t>
            </a:r>
            <a:r>
              <a:rPr b="0" lang="en-US" sz="2000" spc="-1" strike="noStrike">
                <a:solidFill>
                  <a:srgbClr val="000000"/>
                </a:solidFill>
                <a:latin typeface="Arial"/>
              </a:rPr>
              <a:t>models, and </a:t>
            </a:r>
            <a:r>
              <a:rPr b="0" lang="en-US" sz="2000" spc="-1" strike="noStrike">
                <a:solidFill>
                  <a:srgbClr val="000000"/>
                </a:solidFill>
                <a:latin typeface="Arial"/>
              </a:rPr>
              <a:t>communicate </a:t>
            </a:r>
            <a:r>
              <a:rPr b="0" lang="en-US" sz="2000" spc="-1" strike="noStrike">
                <a:solidFill>
                  <a:srgbClr val="000000"/>
                </a:solidFill>
                <a:latin typeface="Arial"/>
              </a:rPr>
              <a:t>appropriately </a:t>
            </a:r>
            <a:r>
              <a:rPr b="0" lang="en-US" sz="2000" spc="-1" strike="noStrike">
                <a:solidFill>
                  <a:srgbClr val="000000"/>
                </a:solidFill>
                <a:latin typeface="Arial"/>
              </a:rPr>
              <a:t>qualified </a:t>
            </a:r>
            <a:r>
              <a:rPr b="0" lang="en-US" sz="2000" spc="-1" strike="noStrike">
                <a:solidFill>
                  <a:srgbClr val="000000"/>
                </a:solidFill>
                <a:latin typeface="Arial"/>
              </a:rPr>
              <a:t>recommendations. </a:t>
            </a:r>
            <a:r>
              <a:rPr b="0" lang="en-US" sz="2000" spc="-1" strike="noStrike">
                <a:solidFill>
                  <a:srgbClr val="000000"/>
                </a:solidFill>
                <a:latin typeface="Arial"/>
              </a:rPr>
              <a:t>The difference from </a:t>
            </a:r>
            <a:r>
              <a:rPr b="0" lang="en-US" sz="2000" spc="-1" strike="noStrike">
                <a:solidFill>
                  <a:srgbClr val="000000"/>
                </a:solidFill>
                <a:latin typeface="Arial"/>
              </a:rPr>
              <a:t>many undergraduate </a:t>
            </a:r>
            <a:r>
              <a:rPr b="0" lang="en-US" sz="2000" spc="-1" strike="noStrike">
                <a:solidFill>
                  <a:srgbClr val="000000"/>
                </a:solidFill>
                <a:latin typeface="Arial"/>
              </a:rPr>
              <a:t>exercises is the </a:t>
            </a:r>
            <a:r>
              <a:rPr b="0" lang="en-US" sz="2000" spc="-1" strike="noStrike">
                <a:solidFill>
                  <a:srgbClr val="000000"/>
                </a:solidFill>
                <a:latin typeface="Arial"/>
              </a:rPr>
              <a:t>quality of judgement </a:t>
            </a:r>
            <a:r>
              <a:rPr b="0" lang="en-US" sz="2000" spc="-1" strike="noStrike">
                <a:solidFill>
                  <a:srgbClr val="000000"/>
                </a:solidFill>
                <a:latin typeface="Arial"/>
              </a:rPr>
              <a:t>required. I would not </a:t>
            </a:r>
            <a:r>
              <a:rPr b="0" lang="en-US" sz="2000" spc="-1" strike="noStrike">
                <a:solidFill>
                  <a:srgbClr val="000000"/>
                </a:solidFill>
                <a:latin typeface="Arial"/>
              </a:rPr>
              <a:t>mark a notebook </a:t>
            </a:r>
            <a:r>
              <a:rPr b="0" lang="en-US" sz="2000" spc="-1" strike="noStrike">
                <a:solidFill>
                  <a:srgbClr val="000000"/>
                </a:solidFill>
                <a:latin typeface="Arial"/>
              </a:rPr>
              <a:t>solely because the </a:t>
            </a:r>
            <a:r>
              <a:rPr b="0" lang="en-US" sz="2000" spc="-1" strike="noStrike">
                <a:solidFill>
                  <a:srgbClr val="000000"/>
                </a:solidFill>
                <a:latin typeface="Arial"/>
              </a:rPr>
              <a:t>code runs; I want the </a:t>
            </a:r>
            <a:r>
              <a:rPr b="0" lang="en-US" sz="2000" spc="-1" strike="noStrike">
                <a:solidFill>
                  <a:srgbClr val="000000"/>
                </a:solidFill>
                <a:latin typeface="Arial"/>
              </a:rPr>
              <a:t>learner to explain </a:t>
            </a:r>
            <a:r>
              <a:rPr b="0" lang="en-US" sz="2000" spc="-1" strike="noStrike">
                <a:solidFill>
                  <a:srgbClr val="000000"/>
                </a:solidFill>
                <a:latin typeface="Arial"/>
              </a:rPr>
              <a:t>why a method </a:t>
            </a:r>
            <a:r>
              <a:rPr b="0" lang="en-US" sz="2000" spc="-1" strike="noStrike">
                <a:solidFill>
                  <a:srgbClr val="000000"/>
                </a:solidFill>
                <a:latin typeface="Arial"/>
              </a:rPr>
              <a:t>answers the </a:t>
            </a:r>
            <a:r>
              <a:rPr b="0" lang="en-US" sz="2000" spc="-1" strike="noStrike">
                <a:solidFill>
                  <a:srgbClr val="000000"/>
                </a:solidFill>
                <a:latin typeface="Arial"/>
              </a:rPr>
              <a:t>intended question, </a:t>
            </a:r>
            <a:r>
              <a:rPr b="0" lang="en-US" sz="2000" spc="-1" strike="noStrike">
                <a:solidFill>
                  <a:srgbClr val="000000"/>
                </a:solidFill>
                <a:latin typeface="Arial"/>
              </a:rPr>
              <a:t>what assumptions it </a:t>
            </a:r>
            <a:r>
              <a:rPr b="0" lang="en-US" sz="2000" spc="-1" strike="noStrike">
                <a:solidFill>
                  <a:srgbClr val="000000"/>
                </a:solidFill>
                <a:latin typeface="Arial"/>
              </a:rPr>
              <a:t>relies upon and </a:t>
            </a:r>
            <a:r>
              <a:rPr b="0" lang="en-US" sz="2000" spc="-1" strike="noStrike">
                <a:solidFill>
                  <a:srgbClr val="000000"/>
                </a:solidFill>
                <a:latin typeface="Arial"/>
              </a:rPr>
              <a:t>whether a claim </a:t>
            </a:r>
            <a:r>
              <a:rPr b="0" lang="en-US" sz="2000" spc="-1" strike="noStrike">
                <a:solidFill>
                  <a:srgbClr val="000000"/>
                </a:solidFill>
                <a:latin typeface="Arial"/>
              </a:rPr>
              <a:t>would withstand </a:t>
            </a:r>
            <a:r>
              <a:rPr b="0" lang="en-US" sz="2000" spc="-1" strike="noStrike">
                <a:solidFill>
                  <a:srgbClr val="000000"/>
                </a:solidFill>
                <a:latin typeface="Arial"/>
              </a:rPr>
              <a:t>scrutiny. Lab </a:t>
            </a:r>
            <a:r>
              <a:rPr b="0" lang="en-US" sz="2000" spc="-1" strike="noStrike">
                <a:solidFill>
                  <a:srgbClr val="000000"/>
                </a:solidFill>
                <a:latin typeface="Arial"/>
              </a:rPr>
              <a:t>activities and the </a:t>
            </a:r>
            <a:r>
              <a:rPr b="0" lang="en-US" sz="2000" spc="-1" strike="noStrike">
                <a:solidFill>
                  <a:srgbClr val="000000"/>
                </a:solidFill>
                <a:latin typeface="Arial"/>
              </a:rPr>
              <a:t>formative evidence </a:t>
            </a:r>
            <a:r>
              <a:rPr b="0" lang="en-US" sz="2000" spc="-1" strike="noStrike">
                <a:solidFill>
                  <a:srgbClr val="000000"/>
                </a:solidFill>
                <a:latin typeface="Arial"/>
              </a:rPr>
              <a:t>are aligned to those </a:t>
            </a:r>
            <a:r>
              <a:rPr b="0" lang="en-US" sz="2000" spc="-1" strike="noStrike">
                <a:solidFill>
                  <a:srgbClr val="000000"/>
                </a:solidFill>
                <a:latin typeface="Arial"/>
              </a:rPr>
              <a:t>four outcomes. </a:t>
            </a:r>
            <a:r>
              <a:rPr b="0" lang="en-US" sz="2000" spc="-1" strike="noStrike">
                <a:solidFill>
                  <a:srgbClr val="000000"/>
                </a:solidFill>
                <a:latin typeface="Arial"/>
              </a:rPr>
              <a:t>Transition: a road-</a:t>
            </a:r>
            <a:r>
              <a:rPr b="0" lang="en-US" sz="2000" spc="-1" strike="noStrike">
                <a:solidFill>
                  <a:srgbClr val="000000"/>
                </a:solidFill>
                <a:latin typeface="Arial"/>
              </a:rPr>
              <a:t>safety case gives </a:t>
            </a:r>
            <a:r>
              <a:rPr b="0" lang="en-US" sz="2000" spc="-1" strike="noStrike">
                <a:solidFill>
                  <a:srgbClr val="000000"/>
                </a:solidFill>
                <a:latin typeface="Arial"/>
              </a:rPr>
              <a:t>every laboratory an </a:t>
            </a:r>
            <a:r>
              <a:rPr b="0" lang="en-US" sz="2000" spc="-1" strike="noStrike">
                <a:solidFill>
                  <a:srgbClr val="000000"/>
                </a:solidFill>
                <a:latin typeface="Arial"/>
              </a:rPr>
              <a:t>authentic thread.</a:t>
            </a:r>
            <a:endParaRPr b="0" lang="en-US" sz="2000" spc="-1" strike="noStrike">
              <a:solidFill>
                <a:srgbClr val="000000"/>
              </a:solidFill>
              <a:latin typeface="Arial"/>
            </a:endParaRPr>
          </a:p>
        </p:txBody>
      </p:sp>
      <p:sp>
        <p:nvSpPr>
          <p:cNvPr id="186" name="PlaceHolder 3"/>
          <p:cNvSpPr>
            <a:spLocks noGrp="1"/>
          </p:cNvSpPr>
          <p:nvPr>
            <p:ph type="sldNum" idx="5"/>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C64FBFE4-A3AA-489C-91DB-FE99AD188E6F}"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7" name="PlaceHolder 1"/>
          <p:cNvSpPr>
            <a:spLocks noGrp="1"/>
          </p:cNvSpPr>
          <p:nvPr>
            <p:ph type="sldImg"/>
          </p:nvPr>
        </p:nvSpPr>
        <p:spPr>
          <a:xfrm>
            <a:off x="685800" y="1143000"/>
            <a:ext cx="5486040" cy="3085920"/>
          </a:xfrm>
          <a:prstGeom prst="rect">
            <a:avLst/>
          </a:prstGeom>
          <a:ln w="0">
            <a:noFill/>
          </a:ln>
        </p:spPr>
      </p:sp>
      <p:sp>
        <p:nvSpPr>
          <p:cNvPr id="18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TIME 1:15. The case </a:t>
            </a:r>
            <a:r>
              <a:rPr b="0" lang="en-US" sz="2000" spc="-1" strike="noStrike">
                <a:solidFill>
                  <a:srgbClr val="000000"/>
                </a:solidFill>
                <a:latin typeface="Arial"/>
              </a:rPr>
              <a:t>uses the Department </a:t>
            </a:r>
            <a:r>
              <a:rPr b="0" lang="en-US" sz="2000" spc="-1" strike="noStrike">
                <a:solidFill>
                  <a:srgbClr val="000000"/>
                </a:solidFill>
                <a:latin typeface="Arial"/>
              </a:rPr>
              <a:t>for Transport </a:t>
            </a:r>
            <a:r>
              <a:rPr b="0" lang="en-US" sz="2000" spc="-1" strike="noStrike">
                <a:solidFill>
                  <a:srgbClr val="000000"/>
                </a:solidFill>
                <a:latin typeface="Arial"/>
              </a:rPr>
              <a:t>STATS19 open data, </a:t>
            </a:r>
            <a:r>
              <a:rPr b="0" lang="en-US" sz="2000" spc="-1" strike="noStrike">
                <a:solidFill>
                  <a:srgbClr val="000000"/>
                </a:solidFill>
                <a:latin typeface="Arial"/>
              </a:rPr>
              <a:t>which contains police-</a:t>
            </a:r>
            <a:r>
              <a:rPr b="0" lang="en-US" sz="2000" spc="-1" strike="noStrike">
                <a:solidFill>
                  <a:srgbClr val="000000"/>
                </a:solidFill>
                <a:latin typeface="Arial"/>
              </a:rPr>
              <a:t>reported personal-</a:t>
            </a:r>
            <a:r>
              <a:rPr b="0" lang="en-US" sz="2000" spc="-1" strike="noStrike">
                <a:solidFill>
                  <a:srgbClr val="000000"/>
                </a:solidFill>
                <a:latin typeface="Arial"/>
              </a:rPr>
              <a:t>injury collisions, </a:t>
            </a:r>
            <a:r>
              <a:rPr b="0" lang="en-US" sz="2000" spc="-1" strike="noStrike">
                <a:solidFill>
                  <a:srgbClr val="000000"/>
                </a:solidFill>
                <a:latin typeface="Arial"/>
              </a:rPr>
              <a:t>vehicles and </a:t>
            </a:r>
            <a:r>
              <a:rPr b="0" lang="en-US" sz="2000" spc="-1" strike="noStrike">
                <a:solidFill>
                  <a:srgbClr val="000000"/>
                </a:solidFill>
                <a:latin typeface="Arial"/>
              </a:rPr>
              <a:t>casualties in Great </a:t>
            </a:r>
            <a:r>
              <a:rPr b="0" lang="en-US" sz="2000" spc="-1" strike="noStrike">
                <a:solidFill>
                  <a:srgbClr val="000000"/>
                </a:solidFill>
                <a:latin typeface="Arial"/>
              </a:rPr>
              <a:t>Britain. The latest final </a:t>
            </a:r>
            <a:r>
              <a:rPr b="0" lang="en-US" sz="2000" spc="-1" strike="noStrike">
                <a:solidFill>
                  <a:srgbClr val="000000"/>
                </a:solidFill>
                <a:latin typeface="Arial"/>
              </a:rPr>
              <a:t>full year currently </a:t>
            </a:r>
            <a:r>
              <a:rPr b="0" lang="en-US" sz="2000" spc="-1" strike="noStrike">
                <a:solidFill>
                  <a:srgbClr val="000000"/>
                </a:solidFill>
                <a:latin typeface="Arial"/>
              </a:rPr>
              <a:t>available is 2025. I </a:t>
            </a:r>
            <a:r>
              <a:rPr b="0" lang="en-US" sz="2000" spc="-1" strike="noStrike">
                <a:solidFill>
                  <a:srgbClr val="000000"/>
                </a:solidFill>
                <a:latin typeface="Arial"/>
              </a:rPr>
              <a:t>would supply a </a:t>
            </a:r>
            <a:r>
              <a:rPr b="0" lang="en-US" sz="2000" spc="-1" strike="noStrike">
                <a:solidFill>
                  <a:srgbClr val="000000"/>
                </a:solidFill>
                <a:latin typeface="Arial"/>
              </a:rPr>
              <a:t>curated sample for the </a:t>
            </a:r>
            <a:r>
              <a:rPr b="0" lang="en-US" sz="2000" spc="-1" strike="noStrike">
                <a:solidFill>
                  <a:srgbClr val="000000"/>
                </a:solidFill>
                <a:latin typeface="Arial"/>
              </a:rPr>
              <a:t>classroom and links to </a:t>
            </a:r>
            <a:r>
              <a:rPr b="0" lang="en-US" sz="2000" spc="-1" strike="noStrike">
                <a:solidFill>
                  <a:srgbClr val="000000"/>
                </a:solidFill>
                <a:latin typeface="Arial"/>
              </a:rPr>
              <a:t>the original extract </a:t>
            </a:r>
            <a:r>
              <a:rPr b="0" lang="en-US" sz="2000" spc="-1" strike="noStrike">
                <a:solidFill>
                  <a:srgbClr val="000000"/>
                </a:solidFill>
                <a:latin typeface="Arial"/>
              </a:rPr>
              <a:t>and coding guide, with </a:t>
            </a:r>
            <a:r>
              <a:rPr b="0" lang="en-US" sz="2000" spc="-1" strike="noStrike">
                <a:solidFill>
                  <a:srgbClr val="000000"/>
                </a:solidFill>
                <a:latin typeface="Arial"/>
              </a:rPr>
              <a:t>a clear data dictionary. </a:t>
            </a:r>
            <a:r>
              <a:rPr b="0" lang="en-US" sz="2000" spc="-1" strike="noStrike">
                <a:solidFill>
                  <a:srgbClr val="000000"/>
                </a:solidFill>
                <a:latin typeface="Arial"/>
              </a:rPr>
              <a:t>Students must handle </a:t>
            </a:r>
            <a:r>
              <a:rPr b="0" lang="en-US" sz="2000" spc="-1" strike="noStrike">
                <a:solidFill>
                  <a:srgbClr val="000000"/>
                </a:solidFill>
                <a:latin typeface="Arial"/>
              </a:rPr>
              <a:t>keys carefully: </a:t>
            </a:r>
            <a:r>
              <a:rPr b="0" lang="en-US" sz="2000" spc="-1" strike="noStrike">
                <a:solidFill>
                  <a:srgbClr val="000000"/>
                </a:solidFill>
                <a:latin typeface="Arial"/>
              </a:rPr>
              <a:t>collisions and </a:t>
            </a:r>
            <a:r>
              <a:rPr b="0" lang="en-US" sz="2000" spc="-1" strike="noStrike">
                <a:solidFill>
                  <a:srgbClr val="000000"/>
                </a:solidFill>
                <a:latin typeface="Arial"/>
              </a:rPr>
              <a:t>casualties are not the </a:t>
            </a:r>
            <a:r>
              <a:rPr b="0" lang="en-US" sz="2000" spc="-1" strike="noStrike">
                <a:solidFill>
                  <a:srgbClr val="000000"/>
                </a:solidFill>
                <a:latin typeface="Arial"/>
              </a:rPr>
              <a:t>same observation </a:t>
            </a:r>
            <a:r>
              <a:rPr b="0" lang="en-US" sz="2000" spc="-1" strike="noStrike">
                <a:solidFill>
                  <a:srgbClr val="000000"/>
                </a:solidFill>
                <a:latin typeface="Arial"/>
              </a:rPr>
              <a:t>unit. Important </a:t>
            </a:r>
            <a:r>
              <a:rPr b="0" lang="en-US" sz="2000" spc="-1" strike="noStrike">
                <a:solidFill>
                  <a:srgbClr val="000000"/>
                </a:solidFill>
                <a:latin typeface="Arial"/>
              </a:rPr>
              <a:t>caveats include </a:t>
            </a:r>
            <a:r>
              <a:rPr b="0" lang="en-US" sz="2000" spc="-1" strike="noStrike">
                <a:solidFill>
                  <a:srgbClr val="000000"/>
                </a:solidFill>
                <a:latin typeface="Arial"/>
              </a:rPr>
              <a:t>under-reporting, </a:t>
            </a:r>
            <a:r>
              <a:rPr b="0" lang="en-US" sz="2000" spc="-1" strike="noStrike">
                <a:solidFill>
                  <a:srgbClr val="000000"/>
                </a:solidFill>
                <a:latin typeface="Arial"/>
              </a:rPr>
              <a:t>coded missingness, </a:t>
            </a:r>
            <a:r>
              <a:rPr b="0" lang="en-US" sz="2000" spc="-1" strike="noStrike">
                <a:solidFill>
                  <a:srgbClr val="000000"/>
                </a:solidFill>
                <a:latin typeface="Arial"/>
              </a:rPr>
              <a:t>changing severity </a:t>
            </a:r>
            <a:r>
              <a:rPr b="0" lang="en-US" sz="2000" spc="-1" strike="noStrike">
                <a:solidFill>
                  <a:srgbClr val="000000"/>
                </a:solidFill>
                <a:latin typeface="Arial"/>
              </a:rPr>
              <a:t>recording practices </a:t>
            </a:r>
            <a:r>
              <a:rPr b="0" lang="en-US" sz="2000" spc="-1" strike="noStrike">
                <a:solidFill>
                  <a:srgbClr val="000000"/>
                </a:solidFill>
                <a:latin typeface="Arial"/>
              </a:rPr>
              <a:t>and the distinction </a:t>
            </a:r>
            <a:r>
              <a:rPr b="0" lang="en-US" sz="2000" spc="-1" strike="noStrike">
                <a:solidFill>
                  <a:srgbClr val="000000"/>
                </a:solidFill>
                <a:latin typeface="Arial"/>
              </a:rPr>
              <a:t>between association </a:t>
            </a:r>
            <a:r>
              <a:rPr b="0" lang="en-US" sz="2000" spc="-1" strike="noStrike">
                <a:solidFill>
                  <a:srgbClr val="000000"/>
                </a:solidFill>
                <a:latin typeface="Arial"/>
              </a:rPr>
              <a:t>and causal effects. </a:t>
            </a:r>
            <a:r>
              <a:rPr b="0" lang="en-US" sz="2000" spc="-1" strike="noStrike">
                <a:solidFill>
                  <a:srgbClr val="000000"/>
                </a:solidFill>
                <a:latin typeface="Arial"/>
              </a:rPr>
              <a:t>We must never imply </a:t>
            </a:r>
            <a:r>
              <a:rPr b="0" lang="en-US" sz="2000" spc="-1" strike="noStrike">
                <a:solidFill>
                  <a:srgbClr val="000000"/>
                </a:solidFill>
                <a:latin typeface="Arial"/>
              </a:rPr>
              <a:t>that a model reveals a </a:t>
            </a:r>
            <a:r>
              <a:rPr b="0" lang="en-US" sz="2000" spc="-1" strike="noStrike">
                <a:solidFill>
                  <a:srgbClr val="000000"/>
                </a:solidFill>
                <a:latin typeface="Arial"/>
              </a:rPr>
              <a:t>proven road-safety </a:t>
            </a:r>
            <a:r>
              <a:rPr b="0" lang="en-US" sz="2000" spc="-1" strike="noStrike">
                <a:solidFill>
                  <a:srgbClr val="000000"/>
                </a:solidFill>
                <a:latin typeface="Arial"/>
              </a:rPr>
              <a:t>intervention. </a:t>
            </a:r>
            <a:r>
              <a:rPr b="0" lang="en-US" sz="2000" spc="-1" strike="noStrike">
                <a:solidFill>
                  <a:srgbClr val="000000"/>
                </a:solidFill>
                <a:latin typeface="Arial"/>
              </a:rPr>
              <a:t>Transition: here is the </a:t>
            </a:r>
            <a:r>
              <a:rPr b="0" lang="en-US" sz="2000" spc="-1" strike="noStrike">
                <a:solidFill>
                  <a:srgbClr val="000000"/>
                </a:solidFill>
                <a:latin typeface="Arial"/>
              </a:rPr>
              <a:t>six-lab progression.</a:t>
            </a:r>
            <a:endParaRPr b="0" lang="en-US" sz="2000" spc="-1" strike="noStrike">
              <a:solidFill>
                <a:srgbClr val="000000"/>
              </a:solidFill>
              <a:latin typeface="Arial"/>
            </a:endParaRPr>
          </a:p>
        </p:txBody>
      </p:sp>
      <p:sp>
        <p:nvSpPr>
          <p:cNvPr id="189" name="PlaceHolder 3"/>
          <p:cNvSpPr>
            <a:spLocks noGrp="1"/>
          </p:cNvSpPr>
          <p:nvPr>
            <p:ph type="sldNum" idx="6"/>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CFA594F2-1DF4-4295-922F-05D44A6D9E28}"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0" name="PlaceHolder 1"/>
          <p:cNvSpPr>
            <a:spLocks noGrp="1"/>
          </p:cNvSpPr>
          <p:nvPr>
            <p:ph type="sldImg"/>
          </p:nvPr>
        </p:nvSpPr>
        <p:spPr>
          <a:xfrm>
            <a:off x="685800" y="1143000"/>
            <a:ext cx="5486040" cy="3085920"/>
          </a:xfrm>
          <a:prstGeom prst="rect">
            <a:avLst/>
          </a:prstGeom>
          <a:ln w="0">
            <a:noFill/>
          </a:ln>
        </p:spPr>
      </p:sp>
      <p:sp>
        <p:nvSpPr>
          <p:cNvPr id="19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TI</a:t>
            </a:r>
            <a:r>
              <a:rPr b="0" lang="en-US" sz="2000" spc="-1" strike="noStrike">
                <a:solidFill>
                  <a:srgbClr val="000000"/>
                </a:solidFill>
                <a:latin typeface="Arial"/>
              </a:rPr>
              <a:t>M</a:t>
            </a:r>
            <a:r>
              <a:rPr b="0" lang="en-US" sz="2000" spc="-1" strike="noStrike">
                <a:solidFill>
                  <a:srgbClr val="000000"/>
                </a:solidFill>
                <a:latin typeface="Arial"/>
              </a:rPr>
              <a:t>E </a:t>
            </a:r>
            <a:r>
              <a:rPr b="0" lang="en-US" sz="2000" spc="-1" strike="noStrike">
                <a:solidFill>
                  <a:srgbClr val="000000"/>
                </a:solidFill>
                <a:latin typeface="Arial"/>
              </a:rPr>
              <a:t>2:</a:t>
            </a:r>
            <a:r>
              <a:rPr b="0" lang="en-US" sz="2000" spc="-1" strike="noStrike">
                <a:solidFill>
                  <a:srgbClr val="000000"/>
                </a:solidFill>
                <a:latin typeface="Arial"/>
              </a:rPr>
              <a:t>00</a:t>
            </a:r>
            <a:r>
              <a:rPr b="0" lang="en-US" sz="2000" spc="-1" strike="noStrike">
                <a:solidFill>
                  <a:srgbClr val="000000"/>
                </a:solidFill>
                <a:latin typeface="Arial"/>
              </a:rPr>
              <a:t>. </a:t>
            </a:r>
            <a:r>
              <a:rPr b="0" lang="en-US" sz="2000" spc="-1" strike="noStrike">
                <a:solidFill>
                  <a:srgbClr val="000000"/>
                </a:solidFill>
                <a:latin typeface="Arial"/>
              </a:rPr>
              <a:t>T</a:t>
            </a:r>
            <a:r>
              <a:rPr b="0" lang="en-US" sz="2000" spc="-1" strike="noStrike">
                <a:solidFill>
                  <a:srgbClr val="000000"/>
                </a:solidFill>
                <a:latin typeface="Arial"/>
              </a:rPr>
              <a:t>hi</a:t>
            </a:r>
            <a:r>
              <a:rPr b="0" lang="en-US" sz="2000" spc="-1" strike="noStrike">
                <a:solidFill>
                  <a:srgbClr val="000000"/>
                </a:solidFill>
                <a:latin typeface="Arial"/>
              </a:rPr>
              <a:t>s </a:t>
            </a:r>
            <a:r>
              <a:rPr b="0" lang="en-US" sz="2000" spc="-1" strike="noStrike">
                <a:solidFill>
                  <a:srgbClr val="000000"/>
                </a:solidFill>
                <a:latin typeface="Arial"/>
              </a:rPr>
              <a:t>is </a:t>
            </a:r>
            <a:r>
              <a:rPr b="0" lang="en-US" sz="2000" spc="-1" strike="noStrike">
                <a:solidFill>
                  <a:srgbClr val="000000"/>
                </a:solidFill>
                <a:latin typeface="Arial"/>
              </a:rPr>
              <a:t>th</a:t>
            </a:r>
            <a:r>
              <a:rPr b="0" lang="en-US" sz="2000" spc="-1" strike="noStrike">
                <a:solidFill>
                  <a:srgbClr val="000000"/>
                </a:solidFill>
                <a:latin typeface="Arial"/>
              </a:rPr>
              <a:t>e </a:t>
            </a:r>
            <a:r>
              <a:rPr b="0" lang="en-US" sz="2000" spc="-1" strike="noStrike">
                <a:solidFill>
                  <a:srgbClr val="000000"/>
                </a:solidFill>
                <a:latin typeface="Arial"/>
              </a:rPr>
              <a:t>ce</a:t>
            </a:r>
            <a:r>
              <a:rPr b="0" lang="en-US" sz="2000" spc="-1" strike="noStrike">
                <a:solidFill>
                  <a:srgbClr val="000000"/>
                </a:solidFill>
                <a:latin typeface="Arial"/>
              </a:rPr>
              <a:t>nt</a:t>
            </a:r>
            <a:r>
              <a:rPr b="0" lang="en-US" sz="2000" spc="-1" strike="noStrike">
                <a:solidFill>
                  <a:srgbClr val="000000"/>
                </a:solidFill>
                <a:latin typeface="Arial"/>
              </a:rPr>
              <a:t>ral </a:t>
            </a:r>
            <a:r>
              <a:rPr b="0" lang="en-US" sz="2000" spc="-1" strike="noStrike">
                <a:solidFill>
                  <a:srgbClr val="000000"/>
                </a:solidFill>
                <a:latin typeface="Arial"/>
              </a:rPr>
              <a:t>sli</a:t>
            </a:r>
            <a:r>
              <a:rPr b="0" lang="en-US" sz="2000" spc="-1" strike="noStrike">
                <a:solidFill>
                  <a:srgbClr val="000000"/>
                </a:solidFill>
                <a:latin typeface="Arial"/>
              </a:rPr>
              <a:t>de </a:t>
            </a:r>
            <a:r>
              <a:rPr b="0" lang="en-US" sz="2000" spc="-1" strike="noStrike">
                <a:solidFill>
                  <a:srgbClr val="000000"/>
                </a:solidFill>
                <a:latin typeface="Arial"/>
              </a:rPr>
              <a:t>an</a:t>
            </a:r>
            <a:r>
              <a:rPr b="0" lang="en-US" sz="2000" spc="-1" strike="noStrike">
                <a:solidFill>
                  <a:srgbClr val="000000"/>
                </a:solidFill>
                <a:latin typeface="Arial"/>
              </a:rPr>
              <a:t>d </a:t>
            </a:r>
            <a:r>
              <a:rPr b="0" lang="en-US" sz="2000" spc="-1" strike="noStrike">
                <a:solidFill>
                  <a:srgbClr val="000000"/>
                </a:solidFill>
                <a:latin typeface="Arial"/>
              </a:rPr>
              <a:t>de</a:t>
            </a:r>
            <a:r>
              <a:rPr b="0" lang="en-US" sz="2000" spc="-1" strike="noStrike">
                <a:solidFill>
                  <a:srgbClr val="000000"/>
                </a:solidFill>
                <a:latin typeface="Arial"/>
              </a:rPr>
              <a:t>se</a:t>
            </a:r>
            <a:r>
              <a:rPr b="0" lang="en-US" sz="2000" spc="-1" strike="noStrike">
                <a:solidFill>
                  <a:srgbClr val="000000"/>
                </a:solidFill>
                <a:latin typeface="Arial"/>
              </a:rPr>
              <a:t>rv</a:t>
            </a:r>
            <a:r>
              <a:rPr b="0" lang="en-US" sz="2000" spc="-1" strike="noStrike">
                <a:solidFill>
                  <a:srgbClr val="000000"/>
                </a:solidFill>
                <a:latin typeface="Arial"/>
              </a:rPr>
              <a:t>es </a:t>
            </a:r>
            <a:r>
              <a:rPr b="0" lang="en-US" sz="2000" spc="-1" strike="noStrike">
                <a:solidFill>
                  <a:srgbClr val="000000"/>
                </a:solidFill>
                <a:latin typeface="Arial"/>
              </a:rPr>
              <a:t>th</a:t>
            </a:r>
            <a:r>
              <a:rPr b="0" lang="en-US" sz="2000" spc="-1" strike="noStrike">
                <a:solidFill>
                  <a:srgbClr val="000000"/>
                </a:solidFill>
                <a:latin typeface="Arial"/>
              </a:rPr>
              <a:t>e </a:t>
            </a:r>
            <a:r>
              <a:rPr b="0" lang="en-US" sz="2000" spc="-1" strike="noStrike">
                <a:solidFill>
                  <a:srgbClr val="000000"/>
                </a:solidFill>
                <a:latin typeface="Arial"/>
              </a:rPr>
              <a:t>m</a:t>
            </a:r>
            <a:r>
              <a:rPr b="0" lang="en-US" sz="2000" spc="-1" strike="noStrike">
                <a:solidFill>
                  <a:srgbClr val="000000"/>
                </a:solidFill>
                <a:latin typeface="Arial"/>
              </a:rPr>
              <a:t>os</a:t>
            </a:r>
            <a:r>
              <a:rPr b="0" lang="en-US" sz="2000" spc="-1" strike="noStrike">
                <a:solidFill>
                  <a:srgbClr val="000000"/>
                </a:solidFill>
                <a:latin typeface="Arial"/>
              </a:rPr>
              <a:t>t </a:t>
            </a:r>
            <a:r>
              <a:rPr b="0" lang="en-US" sz="2000" spc="-1" strike="noStrike">
                <a:solidFill>
                  <a:srgbClr val="000000"/>
                </a:solidFill>
                <a:latin typeface="Arial"/>
              </a:rPr>
              <a:t>att</a:t>
            </a:r>
            <a:r>
              <a:rPr b="0" lang="en-US" sz="2000" spc="-1" strike="noStrike">
                <a:solidFill>
                  <a:srgbClr val="000000"/>
                </a:solidFill>
                <a:latin typeface="Arial"/>
              </a:rPr>
              <a:t>en</a:t>
            </a:r>
            <a:r>
              <a:rPr b="0" lang="en-US" sz="2000" spc="-1" strike="noStrike">
                <a:solidFill>
                  <a:srgbClr val="000000"/>
                </a:solidFill>
                <a:latin typeface="Arial"/>
              </a:rPr>
              <a:t>tio</a:t>
            </a:r>
            <a:r>
              <a:rPr b="0" lang="en-US" sz="2000" spc="-1" strike="noStrike">
                <a:solidFill>
                  <a:srgbClr val="000000"/>
                </a:solidFill>
                <a:latin typeface="Arial"/>
              </a:rPr>
              <a:t>n. </a:t>
            </a:r>
            <a:r>
              <a:rPr b="0" lang="en-US" sz="2000" spc="-1" strike="noStrike">
                <a:solidFill>
                  <a:srgbClr val="000000"/>
                </a:solidFill>
                <a:latin typeface="Arial"/>
              </a:rPr>
              <a:t>La</a:t>
            </a:r>
            <a:r>
              <a:rPr b="0" lang="en-US" sz="2000" spc="-1" strike="noStrike">
                <a:solidFill>
                  <a:srgbClr val="000000"/>
                </a:solidFill>
                <a:latin typeface="Arial"/>
              </a:rPr>
              <a:t>b </a:t>
            </a:r>
            <a:r>
              <a:rPr b="0" lang="en-US" sz="2000" spc="-1" strike="noStrike">
                <a:solidFill>
                  <a:srgbClr val="000000"/>
                </a:solidFill>
                <a:latin typeface="Arial"/>
              </a:rPr>
              <a:t>1: </a:t>
            </a:r>
            <a:r>
              <a:rPr b="0" lang="en-US" sz="2000" spc="-1" strike="noStrike">
                <a:solidFill>
                  <a:srgbClr val="000000"/>
                </a:solidFill>
                <a:latin typeface="Arial"/>
              </a:rPr>
              <a:t>de</a:t>
            </a:r>
            <a:r>
              <a:rPr b="0" lang="en-US" sz="2000" spc="-1" strike="noStrike">
                <a:solidFill>
                  <a:srgbClr val="000000"/>
                </a:solidFill>
                <a:latin typeface="Arial"/>
              </a:rPr>
              <a:t>fin</a:t>
            </a:r>
            <a:r>
              <a:rPr b="0" lang="en-US" sz="2000" spc="-1" strike="noStrike">
                <a:solidFill>
                  <a:srgbClr val="000000"/>
                </a:solidFill>
                <a:latin typeface="Arial"/>
              </a:rPr>
              <a:t>e </a:t>
            </a:r>
            <a:r>
              <a:rPr b="0" lang="en-US" sz="2000" spc="-1" strike="noStrike">
                <a:solidFill>
                  <a:srgbClr val="000000"/>
                </a:solidFill>
                <a:latin typeface="Arial"/>
              </a:rPr>
              <a:t>th</a:t>
            </a:r>
            <a:r>
              <a:rPr b="0" lang="en-US" sz="2000" spc="-1" strike="noStrike">
                <a:solidFill>
                  <a:srgbClr val="000000"/>
                </a:solidFill>
                <a:latin typeface="Arial"/>
              </a:rPr>
              <a:t>e </a:t>
            </a:r>
            <a:r>
              <a:rPr b="0" lang="en-US" sz="2000" spc="-1" strike="noStrike">
                <a:solidFill>
                  <a:srgbClr val="000000"/>
                </a:solidFill>
                <a:latin typeface="Arial"/>
              </a:rPr>
              <a:t>st</a:t>
            </a:r>
            <a:r>
              <a:rPr b="0" lang="en-US" sz="2000" spc="-1" strike="noStrike">
                <a:solidFill>
                  <a:srgbClr val="000000"/>
                </a:solidFill>
                <a:latin typeface="Arial"/>
              </a:rPr>
              <a:t>ak</a:t>
            </a:r>
            <a:r>
              <a:rPr b="0" lang="en-US" sz="2000" spc="-1" strike="noStrike">
                <a:solidFill>
                  <a:srgbClr val="000000"/>
                </a:solidFill>
                <a:latin typeface="Arial"/>
              </a:rPr>
              <a:t>eh</a:t>
            </a:r>
            <a:r>
              <a:rPr b="0" lang="en-US" sz="2000" spc="-1" strike="noStrike">
                <a:solidFill>
                  <a:srgbClr val="000000"/>
                </a:solidFill>
                <a:latin typeface="Arial"/>
              </a:rPr>
              <a:t>ol</a:t>
            </a:r>
            <a:r>
              <a:rPr b="0" lang="en-US" sz="2000" spc="-1" strike="noStrike">
                <a:solidFill>
                  <a:srgbClr val="000000"/>
                </a:solidFill>
                <a:latin typeface="Arial"/>
              </a:rPr>
              <a:t>de</a:t>
            </a:r>
            <a:r>
              <a:rPr b="0" lang="en-US" sz="2000" spc="-1" strike="noStrike">
                <a:solidFill>
                  <a:srgbClr val="000000"/>
                </a:solidFill>
                <a:latin typeface="Arial"/>
              </a:rPr>
              <a:t>r </a:t>
            </a:r>
            <a:r>
              <a:rPr b="0" lang="en-US" sz="2000" spc="-1" strike="noStrike">
                <a:solidFill>
                  <a:srgbClr val="000000"/>
                </a:solidFill>
                <a:latin typeface="Arial"/>
              </a:rPr>
              <a:t>qu</a:t>
            </a:r>
            <a:r>
              <a:rPr b="0" lang="en-US" sz="2000" spc="-1" strike="noStrike">
                <a:solidFill>
                  <a:srgbClr val="000000"/>
                </a:solidFill>
                <a:latin typeface="Arial"/>
              </a:rPr>
              <a:t>es</a:t>
            </a:r>
            <a:r>
              <a:rPr b="0" lang="en-US" sz="2000" spc="-1" strike="noStrike">
                <a:solidFill>
                  <a:srgbClr val="000000"/>
                </a:solidFill>
                <a:latin typeface="Arial"/>
              </a:rPr>
              <a:t>tio</a:t>
            </a:r>
            <a:r>
              <a:rPr b="0" lang="en-US" sz="2000" spc="-1" strike="noStrike">
                <a:solidFill>
                  <a:srgbClr val="000000"/>
                </a:solidFill>
                <a:latin typeface="Arial"/>
              </a:rPr>
              <a:t>n, </a:t>
            </a:r>
            <a:r>
              <a:rPr b="0" lang="en-US" sz="2000" spc="-1" strike="noStrike">
                <a:solidFill>
                  <a:srgbClr val="000000"/>
                </a:solidFill>
                <a:latin typeface="Arial"/>
              </a:rPr>
              <a:t>un</a:t>
            </a:r>
            <a:r>
              <a:rPr b="0" lang="en-US" sz="2000" spc="-1" strike="noStrike">
                <a:solidFill>
                  <a:srgbClr val="000000"/>
                </a:solidFill>
                <a:latin typeface="Arial"/>
              </a:rPr>
              <a:t>it </a:t>
            </a:r>
            <a:r>
              <a:rPr b="0" lang="en-US" sz="2000" spc="-1" strike="noStrike">
                <a:solidFill>
                  <a:srgbClr val="000000"/>
                </a:solidFill>
                <a:latin typeface="Arial"/>
              </a:rPr>
              <a:t>of </a:t>
            </a:r>
            <a:r>
              <a:rPr b="0" lang="en-US" sz="2000" spc="-1" strike="noStrike">
                <a:solidFill>
                  <a:srgbClr val="000000"/>
                </a:solidFill>
                <a:latin typeface="Arial"/>
              </a:rPr>
              <a:t>an</a:t>
            </a:r>
            <a:r>
              <a:rPr b="0" lang="en-US" sz="2000" spc="-1" strike="noStrike">
                <a:solidFill>
                  <a:srgbClr val="000000"/>
                </a:solidFill>
                <a:latin typeface="Arial"/>
              </a:rPr>
              <a:t>al</a:t>
            </a:r>
            <a:r>
              <a:rPr b="0" lang="en-US" sz="2000" spc="-1" strike="noStrike">
                <a:solidFill>
                  <a:srgbClr val="000000"/>
                </a:solidFill>
                <a:latin typeface="Arial"/>
              </a:rPr>
              <a:t>ys</a:t>
            </a:r>
            <a:r>
              <a:rPr b="0" lang="en-US" sz="2000" spc="-1" strike="noStrike">
                <a:solidFill>
                  <a:srgbClr val="000000"/>
                </a:solidFill>
                <a:latin typeface="Arial"/>
              </a:rPr>
              <a:t>is </a:t>
            </a:r>
            <a:r>
              <a:rPr b="0" lang="en-US" sz="2000" spc="-1" strike="noStrike">
                <a:solidFill>
                  <a:srgbClr val="000000"/>
                </a:solidFill>
                <a:latin typeface="Arial"/>
              </a:rPr>
              <a:t>an</a:t>
            </a:r>
            <a:r>
              <a:rPr b="0" lang="en-US" sz="2000" spc="-1" strike="noStrike">
                <a:solidFill>
                  <a:srgbClr val="000000"/>
                </a:solidFill>
                <a:latin typeface="Arial"/>
              </a:rPr>
              <a:t>d </a:t>
            </a:r>
            <a:r>
              <a:rPr b="0" lang="en-US" sz="2000" spc="-1" strike="noStrike">
                <a:solidFill>
                  <a:srgbClr val="000000"/>
                </a:solidFill>
                <a:latin typeface="Arial"/>
              </a:rPr>
              <a:t>w</a:t>
            </a:r>
            <a:r>
              <a:rPr b="0" lang="en-US" sz="2000" spc="-1" strike="noStrike">
                <a:solidFill>
                  <a:srgbClr val="000000"/>
                </a:solidFill>
                <a:latin typeface="Arial"/>
              </a:rPr>
              <a:t>ha</a:t>
            </a:r>
            <a:r>
              <a:rPr b="0" lang="en-US" sz="2000" spc="-1" strike="noStrike">
                <a:solidFill>
                  <a:srgbClr val="000000"/>
                </a:solidFill>
                <a:latin typeface="Arial"/>
              </a:rPr>
              <a:t>t </a:t>
            </a:r>
            <a:r>
              <a:rPr b="0" lang="en-US" sz="2000" spc="-1" strike="noStrike">
                <a:solidFill>
                  <a:srgbClr val="000000"/>
                </a:solidFill>
                <a:latin typeface="Arial"/>
              </a:rPr>
              <a:t>ev</a:t>
            </a:r>
            <a:r>
              <a:rPr b="0" lang="en-US" sz="2000" spc="-1" strike="noStrike">
                <a:solidFill>
                  <a:srgbClr val="000000"/>
                </a:solidFill>
                <a:latin typeface="Arial"/>
              </a:rPr>
              <a:t>id</a:t>
            </a:r>
            <a:r>
              <a:rPr b="0" lang="en-US" sz="2000" spc="-1" strike="noStrike">
                <a:solidFill>
                  <a:srgbClr val="000000"/>
                </a:solidFill>
                <a:latin typeface="Arial"/>
              </a:rPr>
              <a:t>en</a:t>
            </a:r>
            <a:r>
              <a:rPr b="0" lang="en-US" sz="2000" spc="-1" strike="noStrike">
                <a:solidFill>
                  <a:srgbClr val="000000"/>
                </a:solidFill>
                <a:latin typeface="Arial"/>
              </a:rPr>
              <a:t>ce </a:t>
            </a:r>
            <a:r>
              <a:rPr b="0" lang="en-US" sz="2000" spc="-1" strike="noStrike">
                <a:solidFill>
                  <a:srgbClr val="000000"/>
                </a:solidFill>
                <a:latin typeface="Arial"/>
              </a:rPr>
              <a:t>w</a:t>
            </a:r>
            <a:r>
              <a:rPr b="0" lang="en-US" sz="2000" spc="-1" strike="noStrike">
                <a:solidFill>
                  <a:srgbClr val="000000"/>
                </a:solidFill>
                <a:latin typeface="Arial"/>
              </a:rPr>
              <a:t>ou</a:t>
            </a:r>
            <a:r>
              <a:rPr b="0" lang="en-US" sz="2000" spc="-1" strike="noStrike">
                <a:solidFill>
                  <a:srgbClr val="000000"/>
                </a:solidFill>
                <a:latin typeface="Arial"/>
              </a:rPr>
              <a:t>ld </a:t>
            </a:r>
            <a:r>
              <a:rPr b="0" lang="en-US" sz="2000" spc="-1" strike="noStrike">
                <a:solidFill>
                  <a:srgbClr val="000000"/>
                </a:solidFill>
                <a:latin typeface="Arial"/>
              </a:rPr>
              <a:t>co</a:t>
            </a:r>
            <a:r>
              <a:rPr b="0" lang="en-US" sz="2000" spc="-1" strike="noStrike">
                <a:solidFill>
                  <a:srgbClr val="000000"/>
                </a:solidFill>
                <a:latin typeface="Arial"/>
              </a:rPr>
              <a:t>un</a:t>
            </a:r>
            <a:r>
              <a:rPr b="0" lang="en-US" sz="2000" spc="-1" strike="noStrike">
                <a:solidFill>
                  <a:srgbClr val="000000"/>
                </a:solidFill>
                <a:latin typeface="Arial"/>
              </a:rPr>
              <a:t>t </a:t>
            </a:r>
            <a:r>
              <a:rPr b="0" lang="en-US" sz="2000" spc="-1" strike="noStrike">
                <a:solidFill>
                  <a:srgbClr val="000000"/>
                </a:solidFill>
                <a:latin typeface="Arial"/>
              </a:rPr>
              <a:t>as </a:t>
            </a:r>
            <a:r>
              <a:rPr b="0" lang="en-US" sz="2000" spc="-1" strike="noStrike">
                <a:solidFill>
                  <a:srgbClr val="000000"/>
                </a:solidFill>
                <a:latin typeface="Arial"/>
              </a:rPr>
              <a:t>su</a:t>
            </a:r>
            <a:r>
              <a:rPr b="0" lang="en-US" sz="2000" spc="-1" strike="noStrike">
                <a:solidFill>
                  <a:srgbClr val="000000"/>
                </a:solidFill>
                <a:latin typeface="Arial"/>
              </a:rPr>
              <a:t>cc</a:t>
            </a:r>
            <a:r>
              <a:rPr b="0" lang="en-US" sz="2000" spc="-1" strike="noStrike">
                <a:solidFill>
                  <a:srgbClr val="000000"/>
                </a:solidFill>
                <a:latin typeface="Arial"/>
              </a:rPr>
              <a:t>es</a:t>
            </a:r>
            <a:r>
              <a:rPr b="0" lang="en-US" sz="2000" spc="-1" strike="noStrike">
                <a:solidFill>
                  <a:srgbClr val="000000"/>
                </a:solidFill>
                <a:latin typeface="Arial"/>
              </a:rPr>
              <a:t>s. </a:t>
            </a:r>
            <a:r>
              <a:rPr b="0" lang="en-US" sz="2000" spc="-1" strike="noStrike">
                <a:solidFill>
                  <a:srgbClr val="000000"/>
                </a:solidFill>
                <a:latin typeface="Arial"/>
              </a:rPr>
              <a:t>La</a:t>
            </a:r>
            <a:r>
              <a:rPr b="0" lang="en-US" sz="2000" spc="-1" strike="noStrike">
                <a:solidFill>
                  <a:srgbClr val="000000"/>
                </a:solidFill>
                <a:latin typeface="Arial"/>
              </a:rPr>
              <a:t>b </a:t>
            </a:r>
            <a:r>
              <a:rPr b="0" lang="en-US" sz="2000" spc="-1" strike="noStrike">
                <a:solidFill>
                  <a:srgbClr val="000000"/>
                </a:solidFill>
                <a:latin typeface="Arial"/>
              </a:rPr>
              <a:t>2: </a:t>
            </a:r>
            <a:r>
              <a:rPr b="0" lang="en-US" sz="2000" spc="-1" strike="noStrike">
                <a:solidFill>
                  <a:srgbClr val="000000"/>
                </a:solidFill>
                <a:latin typeface="Arial"/>
              </a:rPr>
              <a:t>re</a:t>
            </a:r>
            <a:r>
              <a:rPr b="0" lang="en-US" sz="2000" spc="-1" strike="noStrike">
                <a:solidFill>
                  <a:srgbClr val="000000"/>
                </a:solidFill>
                <a:latin typeface="Arial"/>
              </a:rPr>
              <a:t>co</a:t>
            </a:r>
            <a:r>
              <a:rPr b="0" lang="en-US" sz="2000" spc="-1" strike="noStrike">
                <a:solidFill>
                  <a:srgbClr val="000000"/>
                </a:solidFill>
                <a:latin typeface="Arial"/>
              </a:rPr>
              <a:t>ns</a:t>
            </a:r>
            <a:r>
              <a:rPr b="0" lang="en-US" sz="2000" spc="-1" strike="noStrike">
                <a:solidFill>
                  <a:srgbClr val="000000"/>
                </a:solidFill>
                <a:latin typeface="Arial"/>
              </a:rPr>
              <a:t>tr</a:t>
            </a:r>
            <a:r>
              <a:rPr b="0" lang="en-US" sz="2000" spc="-1" strike="noStrike">
                <a:solidFill>
                  <a:srgbClr val="000000"/>
                </a:solidFill>
                <a:latin typeface="Arial"/>
              </a:rPr>
              <a:t>uc</a:t>
            </a:r>
            <a:r>
              <a:rPr b="0" lang="en-US" sz="2000" spc="-1" strike="noStrike">
                <a:solidFill>
                  <a:srgbClr val="000000"/>
                </a:solidFill>
                <a:latin typeface="Arial"/>
              </a:rPr>
              <a:t>t </a:t>
            </a:r>
            <a:r>
              <a:rPr b="0" lang="en-US" sz="2000" spc="-1" strike="noStrike">
                <a:solidFill>
                  <a:srgbClr val="000000"/>
                </a:solidFill>
                <a:latin typeface="Arial"/>
              </a:rPr>
              <a:t>an </a:t>
            </a:r>
            <a:r>
              <a:rPr b="0" lang="en-US" sz="2000" spc="-1" strike="noStrike">
                <a:solidFill>
                  <a:srgbClr val="000000"/>
                </a:solidFill>
                <a:latin typeface="Arial"/>
              </a:rPr>
              <a:t>an</a:t>
            </a:r>
            <a:r>
              <a:rPr b="0" lang="en-US" sz="2000" spc="-1" strike="noStrike">
                <a:solidFill>
                  <a:srgbClr val="000000"/>
                </a:solidFill>
                <a:latin typeface="Arial"/>
              </a:rPr>
              <a:t>al</a:t>
            </a:r>
            <a:r>
              <a:rPr b="0" lang="en-US" sz="2000" spc="-1" strike="noStrike">
                <a:solidFill>
                  <a:srgbClr val="000000"/>
                </a:solidFill>
                <a:latin typeface="Arial"/>
              </a:rPr>
              <a:t>ys</a:t>
            </a:r>
            <a:r>
              <a:rPr b="0" lang="en-US" sz="2000" spc="-1" strike="noStrike">
                <a:solidFill>
                  <a:srgbClr val="000000"/>
                </a:solidFill>
                <a:latin typeface="Arial"/>
              </a:rPr>
              <a:t>is-</a:t>
            </a:r>
            <a:r>
              <a:rPr b="0" lang="en-US" sz="2000" spc="-1" strike="noStrike">
                <a:solidFill>
                  <a:srgbClr val="000000"/>
                </a:solidFill>
                <a:latin typeface="Arial"/>
              </a:rPr>
              <a:t>re</a:t>
            </a:r>
            <a:r>
              <a:rPr b="0" lang="en-US" sz="2000" spc="-1" strike="noStrike">
                <a:solidFill>
                  <a:srgbClr val="000000"/>
                </a:solidFill>
                <a:latin typeface="Arial"/>
              </a:rPr>
              <a:t>ad</a:t>
            </a:r>
            <a:r>
              <a:rPr b="0" lang="en-US" sz="2000" spc="-1" strike="noStrike">
                <a:solidFill>
                  <a:srgbClr val="000000"/>
                </a:solidFill>
                <a:latin typeface="Arial"/>
              </a:rPr>
              <a:t>y </a:t>
            </a:r>
            <a:r>
              <a:rPr b="0" lang="en-US" sz="2000" spc="-1" strike="noStrike">
                <a:solidFill>
                  <a:srgbClr val="000000"/>
                </a:solidFill>
                <a:latin typeface="Arial"/>
              </a:rPr>
              <a:t>da</a:t>
            </a:r>
            <a:r>
              <a:rPr b="0" lang="en-US" sz="2000" spc="-1" strike="noStrike">
                <a:solidFill>
                  <a:srgbClr val="000000"/>
                </a:solidFill>
                <a:latin typeface="Arial"/>
              </a:rPr>
              <a:t>ta</a:t>
            </a:r>
            <a:r>
              <a:rPr b="0" lang="en-US" sz="2000" spc="-1" strike="noStrike">
                <a:solidFill>
                  <a:srgbClr val="000000"/>
                </a:solidFill>
                <a:latin typeface="Arial"/>
              </a:rPr>
              <a:t>se</a:t>
            </a:r>
            <a:r>
              <a:rPr b="0" lang="en-US" sz="2000" spc="-1" strike="noStrike">
                <a:solidFill>
                  <a:srgbClr val="000000"/>
                </a:solidFill>
                <a:latin typeface="Arial"/>
              </a:rPr>
              <a:t>t, </a:t>
            </a:r>
            <a:r>
              <a:rPr b="0" lang="en-US" sz="2000" spc="-1" strike="noStrike">
                <a:solidFill>
                  <a:srgbClr val="000000"/>
                </a:solidFill>
                <a:latin typeface="Arial"/>
              </a:rPr>
              <a:t>joi</a:t>
            </a:r>
            <a:r>
              <a:rPr b="0" lang="en-US" sz="2000" spc="-1" strike="noStrike">
                <a:solidFill>
                  <a:srgbClr val="000000"/>
                </a:solidFill>
                <a:latin typeface="Arial"/>
              </a:rPr>
              <a:t>ni</a:t>
            </a:r>
            <a:r>
              <a:rPr b="0" lang="en-US" sz="2000" spc="-1" strike="noStrike">
                <a:solidFill>
                  <a:srgbClr val="000000"/>
                </a:solidFill>
                <a:latin typeface="Arial"/>
              </a:rPr>
              <a:t>ng </a:t>
            </a:r>
            <a:r>
              <a:rPr b="0" lang="en-US" sz="2000" spc="-1" strike="noStrike">
                <a:solidFill>
                  <a:srgbClr val="000000"/>
                </a:solidFill>
                <a:latin typeface="Arial"/>
              </a:rPr>
              <a:t>th</a:t>
            </a:r>
            <a:r>
              <a:rPr b="0" lang="en-US" sz="2000" spc="-1" strike="noStrike">
                <a:solidFill>
                  <a:srgbClr val="000000"/>
                </a:solidFill>
                <a:latin typeface="Arial"/>
              </a:rPr>
              <a:t>e </a:t>
            </a:r>
            <a:r>
              <a:rPr b="0" lang="en-US" sz="2000" spc="-1" strike="noStrike">
                <a:solidFill>
                  <a:srgbClr val="000000"/>
                </a:solidFill>
                <a:latin typeface="Arial"/>
              </a:rPr>
              <a:t>co</a:t>
            </a:r>
            <a:r>
              <a:rPr b="0" lang="en-US" sz="2000" spc="-1" strike="noStrike">
                <a:solidFill>
                  <a:srgbClr val="000000"/>
                </a:solidFill>
                <a:latin typeface="Arial"/>
              </a:rPr>
              <a:t>lli</a:t>
            </a:r>
            <a:r>
              <a:rPr b="0" lang="en-US" sz="2000" spc="-1" strike="noStrike">
                <a:solidFill>
                  <a:srgbClr val="000000"/>
                </a:solidFill>
                <a:latin typeface="Arial"/>
              </a:rPr>
              <a:t>si</a:t>
            </a:r>
            <a:r>
              <a:rPr b="0" lang="en-US" sz="2000" spc="-1" strike="noStrike">
                <a:solidFill>
                  <a:srgbClr val="000000"/>
                </a:solidFill>
                <a:latin typeface="Arial"/>
              </a:rPr>
              <a:t>on</a:t>
            </a:r>
            <a:r>
              <a:rPr b="0" lang="en-US" sz="2000" spc="-1" strike="noStrike">
                <a:solidFill>
                  <a:srgbClr val="000000"/>
                </a:solidFill>
                <a:latin typeface="Arial"/>
              </a:rPr>
              <a:t>, </a:t>
            </a:r>
            <a:r>
              <a:rPr b="0" lang="en-US" sz="2000" spc="-1" strike="noStrike">
                <a:solidFill>
                  <a:srgbClr val="000000"/>
                </a:solidFill>
                <a:latin typeface="Arial"/>
              </a:rPr>
              <a:t>ve</a:t>
            </a:r>
            <a:r>
              <a:rPr b="0" lang="en-US" sz="2000" spc="-1" strike="noStrike">
                <a:solidFill>
                  <a:srgbClr val="000000"/>
                </a:solidFill>
                <a:latin typeface="Arial"/>
              </a:rPr>
              <a:t>hi</a:t>
            </a:r>
            <a:r>
              <a:rPr b="0" lang="en-US" sz="2000" spc="-1" strike="noStrike">
                <a:solidFill>
                  <a:srgbClr val="000000"/>
                </a:solidFill>
                <a:latin typeface="Arial"/>
              </a:rPr>
              <a:t>cl</a:t>
            </a:r>
            <a:r>
              <a:rPr b="0" lang="en-US" sz="2000" spc="-1" strike="noStrike">
                <a:solidFill>
                  <a:srgbClr val="000000"/>
                </a:solidFill>
                <a:latin typeface="Arial"/>
              </a:rPr>
              <a:t>e </a:t>
            </a:r>
            <a:r>
              <a:rPr b="0" lang="en-US" sz="2000" spc="-1" strike="noStrike">
                <a:solidFill>
                  <a:srgbClr val="000000"/>
                </a:solidFill>
                <a:latin typeface="Arial"/>
              </a:rPr>
              <a:t>an</a:t>
            </a:r>
            <a:r>
              <a:rPr b="0" lang="en-US" sz="2000" spc="-1" strike="noStrike">
                <a:solidFill>
                  <a:srgbClr val="000000"/>
                </a:solidFill>
                <a:latin typeface="Arial"/>
              </a:rPr>
              <a:t>d </a:t>
            </a:r>
            <a:r>
              <a:rPr b="0" lang="en-US" sz="2000" spc="-1" strike="noStrike">
                <a:solidFill>
                  <a:srgbClr val="000000"/>
                </a:solidFill>
                <a:latin typeface="Arial"/>
              </a:rPr>
              <a:t>ca</a:t>
            </a:r>
            <a:r>
              <a:rPr b="0" lang="en-US" sz="2000" spc="-1" strike="noStrike">
                <a:solidFill>
                  <a:srgbClr val="000000"/>
                </a:solidFill>
                <a:latin typeface="Arial"/>
              </a:rPr>
              <a:t>su</a:t>
            </a:r>
            <a:r>
              <a:rPr b="0" lang="en-US" sz="2000" spc="-1" strike="noStrike">
                <a:solidFill>
                  <a:srgbClr val="000000"/>
                </a:solidFill>
                <a:latin typeface="Arial"/>
              </a:rPr>
              <a:t>alt</a:t>
            </a:r>
            <a:r>
              <a:rPr b="0" lang="en-US" sz="2000" spc="-1" strike="noStrike">
                <a:solidFill>
                  <a:srgbClr val="000000"/>
                </a:solidFill>
                <a:latin typeface="Arial"/>
              </a:rPr>
              <a:t>y </a:t>
            </a:r>
            <a:r>
              <a:rPr b="0" lang="en-US" sz="2000" spc="-1" strike="noStrike">
                <a:solidFill>
                  <a:srgbClr val="000000"/>
                </a:solidFill>
                <a:latin typeface="Arial"/>
              </a:rPr>
              <a:t>re</a:t>
            </a:r>
            <a:r>
              <a:rPr b="0" lang="en-US" sz="2000" spc="-1" strike="noStrike">
                <a:solidFill>
                  <a:srgbClr val="000000"/>
                </a:solidFill>
                <a:latin typeface="Arial"/>
              </a:rPr>
              <a:t>co</a:t>
            </a:r>
            <a:r>
              <a:rPr b="0" lang="en-US" sz="2000" spc="-1" strike="noStrike">
                <a:solidFill>
                  <a:srgbClr val="000000"/>
                </a:solidFill>
                <a:latin typeface="Arial"/>
              </a:rPr>
              <a:t>rd</a:t>
            </a:r>
            <a:r>
              <a:rPr b="0" lang="en-US" sz="2000" spc="-1" strike="noStrike">
                <a:solidFill>
                  <a:srgbClr val="000000"/>
                </a:solidFill>
                <a:latin typeface="Arial"/>
              </a:rPr>
              <a:t>s </a:t>
            </a:r>
            <a:r>
              <a:rPr b="0" lang="en-US" sz="2000" spc="-1" strike="noStrike">
                <a:solidFill>
                  <a:srgbClr val="000000"/>
                </a:solidFill>
                <a:latin typeface="Arial"/>
              </a:rPr>
              <a:t>wi</a:t>
            </a:r>
            <a:r>
              <a:rPr b="0" lang="en-US" sz="2000" spc="-1" strike="noStrike">
                <a:solidFill>
                  <a:srgbClr val="000000"/>
                </a:solidFill>
                <a:latin typeface="Arial"/>
              </a:rPr>
              <a:t>th</a:t>
            </a:r>
            <a:r>
              <a:rPr b="0" lang="en-US" sz="2000" spc="-1" strike="noStrike">
                <a:solidFill>
                  <a:srgbClr val="000000"/>
                </a:solidFill>
                <a:latin typeface="Arial"/>
              </a:rPr>
              <a:t>ou</a:t>
            </a:r>
            <a:r>
              <a:rPr b="0" lang="en-US" sz="2000" spc="-1" strike="noStrike">
                <a:solidFill>
                  <a:srgbClr val="000000"/>
                </a:solidFill>
                <a:latin typeface="Arial"/>
              </a:rPr>
              <a:t>t </a:t>
            </a:r>
            <a:r>
              <a:rPr b="0" lang="en-US" sz="2000" spc="-1" strike="noStrike">
                <a:solidFill>
                  <a:srgbClr val="000000"/>
                </a:solidFill>
                <a:latin typeface="Arial"/>
              </a:rPr>
              <a:t>ac</a:t>
            </a:r>
            <a:r>
              <a:rPr b="0" lang="en-US" sz="2000" spc="-1" strike="noStrike">
                <a:solidFill>
                  <a:srgbClr val="000000"/>
                </a:solidFill>
                <a:latin typeface="Arial"/>
              </a:rPr>
              <a:t>ci</a:t>
            </a:r>
            <a:r>
              <a:rPr b="0" lang="en-US" sz="2000" spc="-1" strike="noStrike">
                <a:solidFill>
                  <a:srgbClr val="000000"/>
                </a:solidFill>
                <a:latin typeface="Arial"/>
              </a:rPr>
              <a:t>de</a:t>
            </a:r>
            <a:r>
              <a:rPr b="0" lang="en-US" sz="2000" spc="-1" strike="noStrike">
                <a:solidFill>
                  <a:srgbClr val="000000"/>
                </a:solidFill>
                <a:latin typeface="Arial"/>
              </a:rPr>
              <a:t>nt</a:t>
            </a:r>
            <a:r>
              <a:rPr b="0" lang="en-US" sz="2000" spc="-1" strike="noStrike">
                <a:solidFill>
                  <a:srgbClr val="000000"/>
                </a:solidFill>
                <a:latin typeface="Arial"/>
              </a:rPr>
              <a:t>al </a:t>
            </a:r>
            <a:r>
              <a:rPr b="0" lang="en-US" sz="2000" spc="-1" strike="noStrike">
                <a:solidFill>
                  <a:srgbClr val="000000"/>
                </a:solidFill>
                <a:latin typeface="Arial"/>
              </a:rPr>
              <a:t>du</a:t>
            </a:r>
            <a:r>
              <a:rPr b="0" lang="en-US" sz="2000" spc="-1" strike="noStrike">
                <a:solidFill>
                  <a:srgbClr val="000000"/>
                </a:solidFill>
                <a:latin typeface="Arial"/>
              </a:rPr>
              <a:t>pli</a:t>
            </a:r>
            <a:r>
              <a:rPr b="0" lang="en-US" sz="2000" spc="-1" strike="noStrike">
                <a:solidFill>
                  <a:srgbClr val="000000"/>
                </a:solidFill>
                <a:latin typeface="Arial"/>
              </a:rPr>
              <a:t>ca</a:t>
            </a:r>
            <a:r>
              <a:rPr b="0" lang="en-US" sz="2000" spc="-1" strike="noStrike">
                <a:solidFill>
                  <a:srgbClr val="000000"/>
                </a:solidFill>
                <a:latin typeface="Arial"/>
              </a:rPr>
              <a:t>tio</a:t>
            </a:r>
            <a:r>
              <a:rPr b="0" lang="en-US" sz="2000" spc="-1" strike="noStrike">
                <a:solidFill>
                  <a:srgbClr val="000000"/>
                </a:solidFill>
                <a:latin typeface="Arial"/>
              </a:rPr>
              <a:t>n. </a:t>
            </a:r>
            <a:r>
              <a:rPr b="0" lang="en-US" sz="2000" spc="-1" strike="noStrike">
                <a:solidFill>
                  <a:srgbClr val="000000"/>
                </a:solidFill>
                <a:latin typeface="Arial"/>
              </a:rPr>
              <a:t>La</a:t>
            </a:r>
            <a:r>
              <a:rPr b="0" lang="en-US" sz="2000" spc="-1" strike="noStrike">
                <a:solidFill>
                  <a:srgbClr val="000000"/>
                </a:solidFill>
                <a:latin typeface="Arial"/>
              </a:rPr>
              <a:t>b </a:t>
            </a:r>
            <a:r>
              <a:rPr b="0" lang="en-US" sz="2000" spc="-1" strike="noStrike">
                <a:solidFill>
                  <a:srgbClr val="000000"/>
                </a:solidFill>
                <a:latin typeface="Arial"/>
              </a:rPr>
              <a:t>3: </a:t>
            </a:r>
            <a:r>
              <a:rPr b="0" lang="en-US" sz="2000" spc="-1" strike="noStrike">
                <a:solidFill>
                  <a:srgbClr val="000000"/>
                </a:solidFill>
                <a:latin typeface="Arial"/>
              </a:rPr>
              <a:t>qu</a:t>
            </a:r>
            <a:r>
              <a:rPr b="0" lang="en-US" sz="2000" spc="-1" strike="noStrike">
                <a:solidFill>
                  <a:srgbClr val="000000"/>
                </a:solidFill>
                <a:latin typeface="Arial"/>
              </a:rPr>
              <a:t>an</a:t>
            </a:r>
            <a:r>
              <a:rPr b="0" lang="en-US" sz="2000" spc="-1" strike="noStrike">
                <a:solidFill>
                  <a:srgbClr val="000000"/>
                </a:solidFill>
                <a:latin typeface="Arial"/>
              </a:rPr>
              <a:t>tif</a:t>
            </a:r>
            <a:r>
              <a:rPr b="0" lang="en-US" sz="2000" spc="-1" strike="noStrike">
                <a:solidFill>
                  <a:srgbClr val="000000"/>
                </a:solidFill>
                <a:latin typeface="Arial"/>
              </a:rPr>
              <a:t>y </a:t>
            </a:r>
            <a:r>
              <a:rPr b="0" lang="en-US" sz="2000" spc="-1" strike="noStrike">
                <a:solidFill>
                  <a:srgbClr val="000000"/>
                </a:solidFill>
                <a:latin typeface="Arial"/>
              </a:rPr>
              <a:t>as</a:t>
            </a:r>
            <a:r>
              <a:rPr b="0" lang="en-US" sz="2000" spc="-1" strike="noStrike">
                <a:solidFill>
                  <a:srgbClr val="000000"/>
                </a:solidFill>
                <a:latin typeface="Arial"/>
              </a:rPr>
              <a:t>so</a:t>
            </a:r>
            <a:r>
              <a:rPr b="0" lang="en-US" sz="2000" spc="-1" strike="noStrike">
                <a:solidFill>
                  <a:srgbClr val="000000"/>
                </a:solidFill>
                <a:latin typeface="Arial"/>
              </a:rPr>
              <a:t>ci</a:t>
            </a:r>
            <a:r>
              <a:rPr b="0" lang="en-US" sz="2000" spc="-1" strike="noStrike">
                <a:solidFill>
                  <a:srgbClr val="000000"/>
                </a:solidFill>
                <a:latin typeface="Arial"/>
              </a:rPr>
              <a:t>ati</a:t>
            </a:r>
            <a:r>
              <a:rPr b="0" lang="en-US" sz="2000" spc="-1" strike="noStrike">
                <a:solidFill>
                  <a:srgbClr val="000000"/>
                </a:solidFill>
                <a:latin typeface="Arial"/>
              </a:rPr>
              <a:t>on</a:t>
            </a:r>
            <a:r>
              <a:rPr b="0" lang="en-US" sz="2000" spc="-1" strike="noStrike">
                <a:solidFill>
                  <a:srgbClr val="000000"/>
                </a:solidFill>
                <a:latin typeface="Arial"/>
              </a:rPr>
              <a:t>s </a:t>
            </a:r>
            <a:r>
              <a:rPr b="0" lang="en-US" sz="2000" spc="-1" strike="noStrike">
                <a:solidFill>
                  <a:srgbClr val="000000"/>
                </a:solidFill>
                <a:latin typeface="Arial"/>
              </a:rPr>
              <a:t>wi</a:t>
            </a:r>
            <a:r>
              <a:rPr b="0" lang="en-US" sz="2000" spc="-1" strike="noStrike">
                <a:solidFill>
                  <a:srgbClr val="000000"/>
                </a:solidFill>
                <a:latin typeface="Arial"/>
              </a:rPr>
              <a:t>th </a:t>
            </a:r>
            <a:r>
              <a:rPr b="0" lang="en-US" sz="2000" spc="-1" strike="noStrike">
                <a:solidFill>
                  <a:srgbClr val="000000"/>
                </a:solidFill>
                <a:latin typeface="Arial"/>
              </a:rPr>
              <a:t>de</a:t>
            </a:r>
            <a:r>
              <a:rPr b="0" lang="en-US" sz="2000" spc="-1" strike="noStrike">
                <a:solidFill>
                  <a:srgbClr val="000000"/>
                </a:solidFill>
                <a:latin typeface="Arial"/>
              </a:rPr>
              <a:t>sc</a:t>
            </a:r>
            <a:r>
              <a:rPr b="0" lang="en-US" sz="2000" spc="-1" strike="noStrike">
                <a:solidFill>
                  <a:srgbClr val="000000"/>
                </a:solidFill>
                <a:latin typeface="Arial"/>
              </a:rPr>
              <a:t>rip</a:t>
            </a:r>
            <a:r>
              <a:rPr b="0" lang="en-US" sz="2000" spc="-1" strike="noStrike">
                <a:solidFill>
                  <a:srgbClr val="000000"/>
                </a:solidFill>
                <a:latin typeface="Arial"/>
              </a:rPr>
              <a:t>tiv</a:t>
            </a:r>
            <a:r>
              <a:rPr b="0" lang="en-US" sz="2000" spc="-1" strike="noStrike">
                <a:solidFill>
                  <a:srgbClr val="000000"/>
                </a:solidFill>
                <a:latin typeface="Arial"/>
              </a:rPr>
              <a:t>e </a:t>
            </a:r>
            <a:r>
              <a:rPr b="0" lang="en-US" sz="2000" spc="-1" strike="noStrike">
                <a:solidFill>
                  <a:srgbClr val="000000"/>
                </a:solidFill>
                <a:latin typeface="Arial"/>
              </a:rPr>
              <a:t>an</a:t>
            </a:r>
            <a:r>
              <a:rPr b="0" lang="en-US" sz="2000" spc="-1" strike="noStrike">
                <a:solidFill>
                  <a:srgbClr val="000000"/>
                </a:solidFill>
                <a:latin typeface="Arial"/>
              </a:rPr>
              <a:t>al</a:t>
            </a:r>
            <a:r>
              <a:rPr b="0" lang="en-US" sz="2000" spc="-1" strike="noStrike">
                <a:solidFill>
                  <a:srgbClr val="000000"/>
                </a:solidFill>
                <a:latin typeface="Arial"/>
              </a:rPr>
              <a:t>ys</a:t>
            </a:r>
            <a:r>
              <a:rPr b="0" lang="en-US" sz="2000" spc="-1" strike="noStrike">
                <a:solidFill>
                  <a:srgbClr val="000000"/>
                </a:solidFill>
                <a:latin typeface="Arial"/>
              </a:rPr>
              <a:t>es</a:t>
            </a:r>
            <a:r>
              <a:rPr b="0" lang="en-US" sz="2000" spc="-1" strike="noStrike">
                <a:solidFill>
                  <a:srgbClr val="000000"/>
                </a:solidFill>
                <a:latin typeface="Arial"/>
              </a:rPr>
              <a:t>, </a:t>
            </a:r>
            <a:r>
              <a:rPr b="0" lang="en-US" sz="2000" spc="-1" strike="noStrike">
                <a:solidFill>
                  <a:srgbClr val="000000"/>
                </a:solidFill>
                <a:latin typeface="Arial"/>
              </a:rPr>
              <a:t>int</a:t>
            </a:r>
            <a:r>
              <a:rPr b="0" lang="en-US" sz="2000" spc="-1" strike="noStrike">
                <a:solidFill>
                  <a:srgbClr val="000000"/>
                </a:solidFill>
                <a:latin typeface="Arial"/>
              </a:rPr>
              <a:t>er</a:t>
            </a:r>
            <a:r>
              <a:rPr b="0" lang="en-US" sz="2000" spc="-1" strike="noStrike">
                <a:solidFill>
                  <a:srgbClr val="000000"/>
                </a:solidFill>
                <a:latin typeface="Arial"/>
              </a:rPr>
              <a:t>va</a:t>
            </a:r>
            <a:r>
              <a:rPr b="0" lang="en-US" sz="2000" spc="-1" strike="noStrike">
                <a:solidFill>
                  <a:srgbClr val="000000"/>
                </a:solidFill>
                <a:latin typeface="Arial"/>
              </a:rPr>
              <a:t>ls </a:t>
            </a:r>
            <a:r>
              <a:rPr b="0" lang="en-US" sz="2000" spc="-1" strike="noStrike">
                <a:solidFill>
                  <a:srgbClr val="000000"/>
                </a:solidFill>
                <a:latin typeface="Arial"/>
              </a:rPr>
              <a:t>an</a:t>
            </a:r>
            <a:r>
              <a:rPr b="0" lang="en-US" sz="2000" spc="-1" strike="noStrike">
                <a:solidFill>
                  <a:srgbClr val="000000"/>
                </a:solidFill>
                <a:latin typeface="Arial"/>
              </a:rPr>
              <a:t>d </a:t>
            </a:r>
            <a:r>
              <a:rPr b="0" lang="en-US" sz="2000" spc="-1" strike="noStrike">
                <a:solidFill>
                  <a:srgbClr val="000000"/>
                </a:solidFill>
                <a:latin typeface="Arial"/>
              </a:rPr>
              <a:t>ca</a:t>
            </a:r>
            <a:r>
              <a:rPr b="0" lang="en-US" sz="2000" spc="-1" strike="noStrike">
                <a:solidFill>
                  <a:srgbClr val="000000"/>
                </a:solidFill>
                <a:latin typeface="Arial"/>
              </a:rPr>
              <a:t>re</a:t>
            </a:r>
            <a:r>
              <a:rPr b="0" lang="en-US" sz="2000" spc="-1" strike="noStrike">
                <a:solidFill>
                  <a:srgbClr val="000000"/>
                </a:solidFill>
                <a:latin typeface="Arial"/>
              </a:rPr>
              <a:t>ful</a:t>
            </a:r>
            <a:r>
              <a:rPr b="0" lang="en-US" sz="2000" spc="-1" strike="noStrike">
                <a:solidFill>
                  <a:srgbClr val="000000"/>
                </a:solidFill>
                <a:latin typeface="Arial"/>
              </a:rPr>
              <a:t>ly </a:t>
            </a:r>
            <a:r>
              <a:rPr b="0" lang="en-US" sz="2000" spc="-1" strike="noStrike">
                <a:solidFill>
                  <a:srgbClr val="000000"/>
                </a:solidFill>
                <a:latin typeface="Arial"/>
              </a:rPr>
              <a:t>ch</a:t>
            </a:r>
            <a:r>
              <a:rPr b="0" lang="en-US" sz="2000" spc="-1" strike="noStrike">
                <a:solidFill>
                  <a:srgbClr val="000000"/>
                </a:solidFill>
                <a:latin typeface="Arial"/>
              </a:rPr>
              <a:t>os</a:t>
            </a:r>
            <a:r>
              <a:rPr b="0" lang="en-US" sz="2000" spc="-1" strike="noStrike">
                <a:solidFill>
                  <a:srgbClr val="000000"/>
                </a:solidFill>
                <a:latin typeface="Arial"/>
              </a:rPr>
              <a:t>en </a:t>
            </a:r>
            <a:r>
              <a:rPr b="0" lang="en-US" sz="2000" spc="-1" strike="noStrike">
                <a:solidFill>
                  <a:srgbClr val="000000"/>
                </a:solidFill>
                <a:latin typeface="Arial"/>
              </a:rPr>
              <a:t>te</a:t>
            </a:r>
            <a:r>
              <a:rPr b="0" lang="en-US" sz="2000" spc="-1" strike="noStrike">
                <a:solidFill>
                  <a:srgbClr val="000000"/>
                </a:solidFill>
                <a:latin typeface="Arial"/>
              </a:rPr>
              <a:t>st</a:t>
            </a:r>
            <a:r>
              <a:rPr b="0" lang="en-US" sz="2000" spc="-1" strike="noStrike">
                <a:solidFill>
                  <a:srgbClr val="000000"/>
                </a:solidFill>
                <a:latin typeface="Arial"/>
              </a:rPr>
              <a:t>s. </a:t>
            </a:r>
            <a:r>
              <a:rPr b="0" lang="en-US" sz="2000" spc="-1" strike="noStrike">
                <a:solidFill>
                  <a:srgbClr val="000000"/>
                </a:solidFill>
                <a:latin typeface="Arial"/>
              </a:rPr>
              <a:t>La</a:t>
            </a:r>
            <a:r>
              <a:rPr b="0" lang="en-US" sz="2000" spc="-1" strike="noStrike">
                <a:solidFill>
                  <a:srgbClr val="000000"/>
                </a:solidFill>
                <a:latin typeface="Arial"/>
              </a:rPr>
              <a:t>b </a:t>
            </a:r>
            <a:r>
              <a:rPr b="0" lang="en-US" sz="2000" spc="-1" strike="noStrike">
                <a:solidFill>
                  <a:srgbClr val="000000"/>
                </a:solidFill>
                <a:latin typeface="Arial"/>
              </a:rPr>
              <a:t>4: </a:t>
            </a:r>
            <a:r>
              <a:rPr b="0" lang="en-US" sz="2000" spc="-1" strike="noStrike">
                <a:solidFill>
                  <a:srgbClr val="000000"/>
                </a:solidFill>
                <a:latin typeface="Arial"/>
              </a:rPr>
              <a:t>ex</a:t>
            </a:r>
            <a:r>
              <a:rPr b="0" lang="en-US" sz="2000" spc="-1" strike="noStrike">
                <a:solidFill>
                  <a:srgbClr val="000000"/>
                </a:solidFill>
                <a:latin typeface="Arial"/>
              </a:rPr>
              <a:t>a</a:t>
            </a:r>
            <a:r>
              <a:rPr b="0" lang="en-US" sz="2000" spc="-1" strike="noStrike">
                <a:solidFill>
                  <a:srgbClr val="000000"/>
                </a:solidFill>
                <a:latin typeface="Arial"/>
              </a:rPr>
              <a:t>mi</a:t>
            </a:r>
            <a:r>
              <a:rPr b="0" lang="en-US" sz="2000" spc="-1" strike="noStrike">
                <a:solidFill>
                  <a:srgbClr val="000000"/>
                </a:solidFill>
                <a:latin typeface="Arial"/>
              </a:rPr>
              <a:t>ne </a:t>
            </a:r>
            <a:r>
              <a:rPr b="0" lang="en-US" sz="2000" spc="-1" strike="noStrike">
                <a:solidFill>
                  <a:srgbClr val="000000"/>
                </a:solidFill>
                <a:latin typeface="Arial"/>
              </a:rPr>
              <a:t>lat</a:t>
            </a:r>
            <a:r>
              <a:rPr b="0" lang="en-US" sz="2000" spc="-1" strike="noStrike">
                <a:solidFill>
                  <a:srgbClr val="000000"/>
                </a:solidFill>
                <a:latin typeface="Arial"/>
              </a:rPr>
              <a:t>en</a:t>
            </a:r>
            <a:r>
              <a:rPr b="0" lang="en-US" sz="2000" spc="-1" strike="noStrike">
                <a:solidFill>
                  <a:srgbClr val="000000"/>
                </a:solidFill>
                <a:latin typeface="Arial"/>
              </a:rPr>
              <a:t>t </a:t>
            </a:r>
            <a:r>
              <a:rPr b="0" lang="en-US" sz="2000" spc="-1" strike="noStrike">
                <a:solidFill>
                  <a:srgbClr val="000000"/>
                </a:solidFill>
                <a:latin typeface="Arial"/>
              </a:rPr>
              <a:t>str</a:t>
            </a:r>
            <a:r>
              <a:rPr b="0" lang="en-US" sz="2000" spc="-1" strike="noStrike">
                <a:solidFill>
                  <a:srgbClr val="000000"/>
                </a:solidFill>
                <a:latin typeface="Arial"/>
              </a:rPr>
              <a:t>uc</a:t>
            </a:r>
            <a:r>
              <a:rPr b="0" lang="en-US" sz="2000" spc="-1" strike="noStrike">
                <a:solidFill>
                  <a:srgbClr val="000000"/>
                </a:solidFill>
                <a:latin typeface="Arial"/>
              </a:rPr>
              <a:t>tu</a:t>
            </a:r>
            <a:r>
              <a:rPr b="0" lang="en-US" sz="2000" spc="-1" strike="noStrike">
                <a:solidFill>
                  <a:srgbClr val="000000"/>
                </a:solidFill>
                <a:latin typeface="Arial"/>
              </a:rPr>
              <a:t>re </a:t>
            </a:r>
            <a:r>
              <a:rPr b="0" lang="en-US" sz="2000" spc="-1" strike="noStrike">
                <a:solidFill>
                  <a:srgbClr val="000000"/>
                </a:solidFill>
                <a:latin typeface="Arial"/>
              </a:rPr>
              <a:t>us</a:t>
            </a:r>
            <a:r>
              <a:rPr b="0" lang="en-US" sz="2000" spc="-1" strike="noStrike">
                <a:solidFill>
                  <a:srgbClr val="000000"/>
                </a:solidFill>
                <a:latin typeface="Arial"/>
              </a:rPr>
              <a:t>in</a:t>
            </a:r>
            <a:r>
              <a:rPr b="0" lang="en-US" sz="2000" spc="-1" strike="noStrike">
                <a:solidFill>
                  <a:srgbClr val="000000"/>
                </a:solidFill>
                <a:latin typeface="Arial"/>
              </a:rPr>
              <a:t>g </a:t>
            </a:r>
            <a:r>
              <a:rPr b="0" lang="en-US" sz="2000" spc="-1" strike="noStrike">
                <a:solidFill>
                  <a:srgbClr val="000000"/>
                </a:solidFill>
                <a:latin typeface="Arial"/>
              </a:rPr>
              <a:t>P</a:t>
            </a:r>
            <a:r>
              <a:rPr b="0" lang="en-US" sz="2000" spc="-1" strike="noStrike">
                <a:solidFill>
                  <a:srgbClr val="000000"/>
                </a:solidFill>
                <a:latin typeface="Arial"/>
              </a:rPr>
              <a:t>C</a:t>
            </a:r>
            <a:r>
              <a:rPr b="0" lang="en-US" sz="2000" spc="-1" strike="noStrike">
                <a:solidFill>
                  <a:srgbClr val="000000"/>
                </a:solidFill>
                <a:latin typeface="Arial"/>
              </a:rPr>
              <a:t>A </a:t>
            </a:r>
            <a:r>
              <a:rPr b="0" lang="en-US" sz="2000" spc="-1" strike="noStrike">
                <a:solidFill>
                  <a:srgbClr val="000000"/>
                </a:solidFill>
                <a:latin typeface="Arial"/>
              </a:rPr>
              <a:t>an</a:t>
            </a:r>
            <a:r>
              <a:rPr b="0" lang="en-US" sz="2000" spc="-1" strike="noStrike">
                <a:solidFill>
                  <a:srgbClr val="000000"/>
                </a:solidFill>
                <a:latin typeface="Arial"/>
              </a:rPr>
              <a:t>d </a:t>
            </a:r>
            <a:r>
              <a:rPr b="0" lang="en-US" sz="2000" spc="-1" strike="noStrike">
                <a:solidFill>
                  <a:srgbClr val="000000"/>
                </a:solidFill>
                <a:latin typeface="Arial"/>
              </a:rPr>
              <a:t>cl</a:t>
            </a:r>
            <a:r>
              <a:rPr b="0" lang="en-US" sz="2000" spc="-1" strike="noStrike">
                <a:solidFill>
                  <a:srgbClr val="000000"/>
                </a:solidFill>
                <a:latin typeface="Arial"/>
              </a:rPr>
              <a:t>us</a:t>
            </a:r>
            <a:r>
              <a:rPr b="0" lang="en-US" sz="2000" spc="-1" strike="noStrike">
                <a:solidFill>
                  <a:srgbClr val="000000"/>
                </a:solidFill>
                <a:latin typeface="Arial"/>
              </a:rPr>
              <a:t>te</a:t>
            </a:r>
            <a:r>
              <a:rPr b="0" lang="en-US" sz="2000" spc="-1" strike="noStrike">
                <a:solidFill>
                  <a:srgbClr val="000000"/>
                </a:solidFill>
                <a:latin typeface="Arial"/>
              </a:rPr>
              <a:t>rin</a:t>
            </a:r>
            <a:r>
              <a:rPr b="0" lang="en-US" sz="2000" spc="-1" strike="noStrike">
                <a:solidFill>
                  <a:srgbClr val="000000"/>
                </a:solidFill>
                <a:latin typeface="Arial"/>
              </a:rPr>
              <a:t>g, </a:t>
            </a:r>
            <a:r>
              <a:rPr b="0" lang="en-US" sz="2000" spc="-1" strike="noStrike">
                <a:solidFill>
                  <a:srgbClr val="000000"/>
                </a:solidFill>
                <a:latin typeface="Arial"/>
              </a:rPr>
              <a:t>an</a:t>
            </a:r>
            <a:r>
              <a:rPr b="0" lang="en-US" sz="2000" spc="-1" strike="noStrike">
                <a:solidFill>
                  <a:srgbClr val="000000"/>
                </a:solidFill>
                <a:latin typeface="Arial"/>
              </a:rPr>
              <a:t>d </a:t>
            </a:r>
            <a:r>
              <a:rPr b="0" lang="en-US" sz="2000" spc="-1" strike="noStrike">
                <a:solidFill>
                  <a:srgbClr val="000000"/>
                </a:solidFill>
                <a:latin typeface="Arial"/>
              </a:rPr>
              <a:t>w</a:t>
            </a:r>
            <a:r>
              <a:rPr b="0" lang="en-US" sz="2000" spc="-1" strike="noStrike">
                <a:solidFill>
                  <a:srgbClr val="000000"/>
                </a:solidFill>
                <a:latin typeface="Arial"/>
              </a:rPr>
              <a:t>he</a:t>
            </a:r>
            <a:r>
              <a:rPr b="0" lang="en-US" sz="2000" spc="-1" strike="noStrike">
                <a:solidFill>
                  <a:srgbClr val="000000"/>
                </a:solidFill>
                <a:latin typeface="Arial"/>
              </a:rPr>
              <a:t>re </a:t>
            </a:r>
            <a:r>
              <a:rPr b="0" lang="en-US" sz="2000" spc="-1" strike="noStrike">
                <a:solidFill>
                  <a:srgbClr val="000000"/>
                </a:solidFill>
                <a:latin typeface="Arial"/>
              </a:rPr>
              <a:t>su</a:t>
            </a:r>
            <a:r>
              <a:rPr b="0" lang="en-US" sz="2000" spc="-1" strike="noStrike">
                <a:solidFill>
                  <a:srgbClr val="000000"/>
                </a:solidFill>
                <a:latin typeface="Arial"/>
              </a:rPr>
              <a:t>ita</a:t>
            </a:r>
            <a:r>
              <a:rPr b="0" lang="en-US" sz="2000" spc="-1" strike="noStrike">
                <a:solidFill>
                  <a:srgbClr val="000000"/>
                </a:solidFill>
                <a:latin typeface="Arial"/>
              </a:rPr>
              <a:t>bl</a:t>
            </a:r>
            <a:r>
              <a:rPr b="0" lang="en-US" sz="2000" spc="-1" strike="noStrike">
                <a:solidFill>
                  <a:srgbClr val="000000"/>
                </a:solidFill>
                <a:latin typeface="Arial"/>
              </a:rPr>
              <a:t>e </a:t>
            </a:r>
            <a:r>
              <a:rPr b="0" lang="en-US" sz="2000" spc="-1" strike="noStrike">
                <a:solidFill>
                  <a:srgbClr val="000000"/>
                </a:solidFill>
                <a:latin typeface="Arial"/>
              </a:rPr>
              <a:t>ex</a:t>
            </a:r>
            <a:r>
              <a:rPr b="0" lang="en-US" sz="2000" spc="-1" strike="noStrike">
                <a:solidFill>
                  <a:srgbClr val="000000"/>
                </a:solidFill>
                <a:latin typeface="Arial"/>
              </a:rPr>
              <a:t>pl</a:t>
            </a:r>
            <a:r>
              <a:rPr b="0" lang="en-US" sz="2000" spc="-1" strike="noStrike">
                <a:solidFill>
                  <a:srgbClr val="000000"/>
                </a:solidFill>
                <a:latin typeface="Arial"/>
              </a:rPr>
              <a:t>or</a:t>
            </a:r>
            <a:r>
              <a:rPr b="0" lang="en-US" sz="2000" spc="-1" strike="noStrike">
                <a:solidFill>
                  <a:srgbClr val="000000"/>
                </a:solidFill>
                <a:latin typeface="Arial"/>
              </a:rPr>
              <a:t>e </a:t>
            </a:r>
            <a:r>
              <a:rPr b="0" lang="en-US" sz="2000" spc="-1" strike="noStrike">
                <a:solidFill>
                  <a:srgbClr val="000000"/>
                </a:solidFill>
                <a:latin typeface="Arial"/>
              </a:rPr>
              <a:t>as</a:t>
            </a:r>
            <a:r>
              <a:rPr b="0" lang="en-US" sz="2000" spc="-1" strike="noStrike">
                <a:solidFill>
                  <a:srgbClr val="000000"/>
                </a:solidFill>
                <a:latin typeface="Arial"/>
              </a:rPr>
              <a:t>so</a:t>
            </a:r>
            <a:r>
              <a:rPr b="0" lang="en-US" sz="2000" spc="-1" strike="noStrike">
                <a:solidFill>
                  <a:srgbClr val="000000"/>
                </a:solidFill>
                <a:latin typeface="Arial"/>
              </a:rPr>
              <a:t>ci</a:t>
            </a:r>
            <a:r>
              <a:rPr b="0" lang="en-US" sz="2000" spc="-1" strike="noStrike">
                <a:solidFill>
                  <a:srgbClr val="000000"/>
                </a:solidFill>
                <a:latin typeface="Arial"/>
              </a:rPr>
              <a:t>ati</a:t>
            </a:r>
            <a:r>
              <a:rPr b="0" lang="en-US" sz="2000" spc="-1" strike="noStrike">
                <a:solidFill>
                  <a:srgbClr val="000000"/>
                </a:solidFill>
                <a:latin typeface="Arial"/>
              </a:rPr>
              <a:t>on </a:t>
            </a:r>
            <a:r>
              <a:rPr b="0" lang="en-US" sz="2000" spc="-1" strike="noStrike">
                <a:solidFill>
                  <a:srgbClr val="000000"/>
                </a:solidFill>
                <a:latin typeface="Arial"/>
              </a:rPr>
              <a:t>rul</a:t>
            </a:r>
            <a:r>
              <a:rPr b="0" lang="en-US" sz="2000" spc="-1" strike="noStrike">
                <a:solidFill>
                  <a:srgbClr val="000000"/>
                </a:solidFill>
                <a:latin typeface="Arial"/>
              </a:rPr>
              <a:t>es</a:t>
            </a:r>
            <a:r>
              <a:rPr b="0" lang="en-US" sz="2000" spc="-1" strike="noStrike">
                <a:solidFill>
                  <a:srgbClr val="000000"/>
                </a:solidFill>
                <a:latin typeface="Arial"/>
              </a:rPr>
              <a:t>, </a:t>
            </a:r>
            <a:r>
              <a:rPr b="0" lang="en-US" sz="2000" spc="-1" strike="noStrike">
                <a:solidFill>
                  <a:srgbClr val="000000"/>
                </a:solidFill>
                <a:latin typeface="Arial"/>
              </a:rPr>
              <a:t>al</a:t>
            </a:r>
            <a:r>
              <a:rPr b="0" lang="en-US" sz="2000" spc="-1" strike="noStrike">
                <a:solidFill>
                  <a:srgbClr val="000000"/>
                </a:solidFill>
                <a:latin typeface="Arial"/>
              </a:rPr>
              <a:t>w</a:t>
            </a:r>
            <a:r>
              <a:rPr b="0" lang="en-US" sz="2000" spc="-1" strike="noStrike">
                <a:solidFill>
                  <a:srgbClr val="000000"/>
                </a:solidFill>
                <a:latin typeface="Arial"/>
              </a:rPr>
              <a:t>ay</a:t>
            </a:r>
            <a:r>
              <a:rPr b="0" lang="en-US" sz="2000" spc="-1" strike="noStrike">
                <a:solidFill>
                  <a:srgbClr val="000000"/>
                </a:solidFill>
                <a:latin typeface="Arial"/>
              </a:rPr>
              <a:t>s </a:t>
            </a:r>
            <a:r>
              <a:rPr b="0" lang="en-US" sz="2000" spc="-1" strike="noStrike">
                <a:solidFill>
                  <a:srgbClr val="000000"/>
                </a:solidFill>
                <a:latin typeface="Arial"/>
              </a:rPr>
              <a:t>qu</a:t>
            </a:r>
            <a:r>
              <a:rPr b="0" lang="en-US" sz="2000" spc="-1" strike="noStrike">
                <a:solidFill>
                  <a:srgbClr val="000000"/>
                </a:solidFill>
                <a:latin typeface="Arial"/>
              </a:rPr>
              <a:t>es</a:t>
            </a:r>
            <a:r>
              <a:rPr b="0" lang="en-US" sz="2000" spc="-1" strike="noStrike">
                <a:solidFill>
                  <a:srgbClr val="000000"/>
                </a:solidFill>
                <a:latin typeface="Arial"/>
              </a:rPr>
              <a:t>tio</a:t>
            </a:r>
            <a:r>
              <a:rPr b="0" lang="en-US" sz="2000" spc="-1" strike="noStrike">
                <a:solidFill>
                  <a:srgbClr val="000000"/>
                </a:solidFill>
                <a:latin typeface="Arial"/>
              </a:rPr>
              <a:t>ni</a:t>
            </a:r>
            <a:r>
              <a:rPr b="0" lang="en-US" sz="2000" spc="-1" strike="noStrike">
                <a:solidFill>
                  <a:srgbClr val="000000"/>
                </a:solidFill>
                <a:latin typeface="Arial"/>
              </a:rPr>
              <a:t>ng </a:t>
            </a:r>
            <a:r>
              <a:rPr b="0" lang="en-US" sz="2000" spc="-1" strike="noStrike">
                <a:solidFill>
                  <a:srgbClr val="000000"/>
                </a:solidFill>
                <a:latin typeface="Arial"/>
              </a:rPr>
              <a:t>w</a:t>
            </a:r>
            <a:r>
              <a:rPr b="0" lang="en-US" sz="2000" spc="-1" strike="noStrike">
                <a:solidFill>
                  <a:srgbClr val="000000"/>
                </a:solidFill>
                <a:latin typeface="Arial"/>
              </a:rPr>
              <a:t>he</a:t>
            </a:r>
            <a:r>
              <a:rPr b="0" lang="en-US" sz="2000" spc="-1" strike="noStrike">
                <a:solidFill>
                  <a:srgbClr val="000000"/>
                </a:solidFill>
                <a:latin typeface="Arial"/>
              </a:rPr>
              <a:t>th</a:t>
            </a:r>
            <a:r>
              <a:rPr b="0" lang="en-US" sz="2000" spc="-1" strike="noStrike">
                <a:solidFill>
                  <a:srgbClr val="000000"/>
                </a:solidFill>
                <a:latin typeface="Arial"/>
              </a:rPr>
              <a:t>er </a:t>
            </a:r>
            <a:r>
              <a:rPr b="0" lang="en-US" sz="2000" spc="-1" strike="noStrike">
                <a:solidFill>
                  <a:srgbClr val="000000"/>
                </a:solidFill>
                <a:latin typeface="Arial"/>
              </a:rPr>
              <a:t>pa</a:t>
            </a:r>
            <a:r>
              <a:rPr b="0" lang="en-US" sz="2000" spc="-1" strike="noStrike">
                <a:solidFill>
                  <a:srgbClr val="000000"/>
                </a:solidFill>
                <a:latin typeface="Arial"/>
              </a:rPr>
              <a:t>tte</a:t>
            </a:r>
            <a:r>
              <a:rPr b="0" lang="en-US" sz="2000" spc="-1" strike="noStrike">
                <a:solidFill>
                  <a:srgbClr val="000000"/>
                </a:solidFill>
                <a:latin typeface="Arial"/>
              </a:rPr>
              <a:t>rn</a:t>
            </a:r>
            <a:r>
              <a:rPr b="0" lang="en-US" sz="2000" spc="-1" strike="noStrike">
                <a:solidFill>
                  <a:srgbClr val="000000"/>
                </a:solidFill>
                <a:latin typeface="Arial"/>
              </a:rPr>
              <a:t>s </a:t>
            </a:r>
            <a:r>
              <a:rPr b="0" lang="en-US" sz="2000" spc="-1" strike="noStrike">
                <a:solidFill>
                  <a:srgbClr val="000000"/>
                </a:solidFill>
                <a:latin typeface="Arial"/>
              </a:rPr>
              <a:t>ar</a:t>
            </a:r>
            <a:r>
              <a:rPr b="0" lang="en-US" sz="2000" spc="-1" strike="noStrike">
                <a:solidFill>
                  <a:srgbClr val="000000"/>
                </a:solidFill>
                <a:latin typeface="Arial"/>
              </a:rPr>
              <a:t>e </a:t>
            </a:r>
            <a:r>
              <a:rPr b="0" lang="en-US" sz="2000" spc="-1" strike="noStrike">
                <a:solidFill>
                  <a:srgbClr val="000000"/>
                </a:solidFill>
                <a:latin typeface="Arial"/>
              </a:rPr>
              <a:t>m</a:t>
            </a:r>
            <a:r>
              <a:rPr b="0" lang="en-US" sz="2000" spc="-1" strike="noStrike">
                <a:solidFill>
                  <a:srgbClr val="000000"/>
                </a:solidFill>
                <a:latin typeface="Arial"/>
              </a:rPr>
              <a:t>ea</a:t>
            </a:r>
            <a:r>
              <a:rPr b="0" lang="en-US" sz="2000" spc="-1" strike="noStrike">
                <a:solidFill>
                  <a:srgbClr val="000000"/>
                </a:solidFill>
                <a:latin typeface="Arial"/>
              </a:rPr>
              <a:t>ni</a:t>
            </a:r>
            <a:r>
              <a:rPr b="0" lang="en-US" sz="2000" spc="-1" strike="noStrike">
                <a:solidFill>
                  <a:srgbClr val="000000"/>
                </a:solidFill>
                <a:latin typeface="Arial"/>
              </a:rPr>
              <a:t>ng</a:t>
            </a:r>
            <a:r>
              <a:rPr b="0" lang="en-US" sz="2000" spc="-1" strike="noStrike">
                <a:solidFill>
                  <a:srgbClr val="000000"/>
                </a:solidFill>
                <a:latin typeface="Arial"/>
              </a:rPr>
              <a:t>ful</a:t>
            </a:r>
            <a:r>
              <a:rPr b="0" lang="en-US" sz="2000" spc="-1" strike="noStrike">
                <a:solidFill>
                  <a:srgbClr val="000000"/>
                </a:solidFill>
                <a:latin typeface="Arial"/>
              </a:rPr>
              <a:t>. </a:t>
            </a:r>
            <a:r>
              <a:rPr b="0" lang="en-US" sz="2000" spc="-1" strike="noStrike">
                <a:solidFill>
                  <a:srgbClr val="000000"/>
                </a:solidFill>
                <a:latin typeface="Arial"/>
              </a:rPr>
              <a:t>La</a:t>
            </a:r>
            <a:r>
              <a:rPr b="0" lang="en-US" sz="2000" spc="-1" strike="noStrike">
                <a:solidFill>
                  <a:srgbClr val="000000"/>
                </a:solidFill>
                <a:latin typeface="Arial"/>
              </a:rPr>
              <a:t>b </a:t>
            </a:r>
            <a:r>
              <a:rPr b="0" lang="en-US" sz="2000" spc="-1" strike="noStrike">
                <a:solidFill>
                  <a:srgbClr val="000000"/>
                </a:solidFill>
                <a:latin typeface="Arial"/>
              </a:rPr>
              <a:t>5: </a:t>
            </a:r>
            <a:r>
              <a:rPr b="0" lang="en-US" sz="2000" spc="-1" strike="noStrike">
                <a:solidFill>
                  <a:srgbClr val="000000"/>
                </a:solidFill>
                <a:latin typeface="Arial"/>
              </a:rPr>
              <a:t>co</a:t>
            </a:r>
            <a:r>
              <a:rPr b="0" lang="en-US" sz="2000" spc="-1" strike="noStrike">
                <a:solidFill>
                  <a:srgbClr val="000000"/>
                </a:solidFill>
                <a:latin typeface="Arial"/>
              </a:rPr>
              <a:t>m</a:t>
            </a:r>
            <a:r>
              <a:rPr b="0" lang="en-US" sz="2000" spc="-1" strike="noStrike">
                <a:solidFill>
                  <a:srgbClr val="000000"/>
                </a:solidFill>
                <a:latin typeface="Arial"/>
              </a:rPr>
              <a:t>pa</a:t>
            </a:r>
            <a:r>
              <a:rPr b="0" lang="en-US" sz="2000" spc="-1" strike="noStrike">
                <a:solidFill>
                  <a:srgbClr val="000000"/>
                </a:solidFill>
                <a:latin typeface="Arial"/>
              </a:rPr>
              <a:t>re </a:t>
            </a:r>
            <a:r>
              <a:rPr b="0" lang="en-US" sz="2000" spc="-1" strike="noStrike">
                <a:solidFill>
                  <a:srgbClr val="000000"/>
                </a:solidFill>
                <a:latin typeface="Arial"/>
              </a:rPr>
              <a:t>int</a:t>
            </a:r>
            <a:r>
              <a:rPr b="0" lang="en-US" sz="2000" spc="-1" strike="noStrike">
                <a:solidFill>
                  <a:srgbClr val="000000"/>
                </a:solidFill>
                <a:latin typeface="Arial"/>
              </a:rPr>
              <a:t>er</a:t>
            </a:r>
            <a:r>
              <a:rPr b="0" lang="en-US" sz="2000" spc="-1" strike="noStrike">
                <a:solidFill>
                  <a:srgbClr val="000000"/>
                </a:solidFill>
                <a:latin typeface="Arial"/>
              </a:rPr>
              <a:t>pr</a:t>
            </a:r>
            <a:r>
              <a:rPr b="0" lang="en-US" sz="2000" spc="-1" strike="noStrike">
                <a:solidFill>
                  <a:srgbClr val="000000"/>
                </a:solidFill>
                <a:latin typeface="Arial"/>
              </a:rPr>
              <a:t>et</a:t>
            </a:r>
            <a:r>
              <a:rPr b="0" lang="en-US" sz="2000" spc="-1" strike="noStrike">
                <a:solidFill>
                  <a:srgbClr val="000000"/>
                </a:solidFill>
                <a:latin typeface="Arial"/>
              </a:rPr>
              <a:t>ab</a:t>
            </a:r>
            <a:r>
              <a:rPr b="0" lang="en-US" sz="2000" spc="-1" strike="noStrike">
                <a:solidFill>
                  <a:srgbClr val="000000"/>
                </a:solidFill>
                <a:latin typeface="Arial"/>
              </a:rPr>
              <a:t>le </a:t>
            </a:r>
            <a:r>
              <a:rPr b="0" lang="en-US" sz="2000" spc="-1" strike="noStrike">
                <a:solidFill>
                  <a:srgbClr val="000000"/>
                </a:solidFill>
                <a:latin typeface="Arial"/>
              </a:rPr>
              <a:t>lo</a:t>
            </a:r>
            <a:r>
              <a:rPr b="0" lang="en-US" sz="2000" spc="-1" strike="noStrike">
                <a:solidFill>
                  <a:srgbClr val="000000"/>
                </a:solidFill>
                <a:latin typeface="Arial"/>
              </a:rPr>
              <a:t>gi</a:t>
            </a:r>
            <a:r>
              <a:rPr b="0" lang="en-US" sz="2000" spc="-1" strike="noStrike">
                <a:solidFill>
                  <a:srgbClr val="000000"/>
                </a:solidFill>
                <a:latin typeface="Arial"/>
              </a:rPr>
              <a:t>sti</a:t>
            </a:r>
            <a:r>
              <a:rPr b="0" lang="en-US" sz="2000" spc="-1" strike="noStrike">
                <a:solidFill>
                  <a:srgbClr val="000000"/>
                </a:solidFill>
                <a:latin typeface="Arial"/>
              </a:rPr>
              <a:t>c </a:t>
            </a:r>
            <a:r>
              <a:rPr b="0" lang="en-US" sz="2000" spc="-1" strike="noStrike">
                <a:solidFill>
                  <a:srgbClr val="000000"/>
                </a:solidFill>
                <a:latin typeface="Arial"/>
              </a:rPr>
              <a:t>re</a:t>
            </a:r>
            <a:r>
              <a:rPr b="0" lang="en-US" sz="2000" spc="-1" strike="noStrike">
                <a:solidFill>
                  <a:srgbClr val="000000"/>
                </a:solidFill>
                <a:latin typeface="Arial"/>
              </a:rPr>
              <a:t>gr</a:t>
            </a:r>
            <a:r>
              <a:rPr b="0" lang="en-US" sz="2000" spc="-1" strike="noStrike">
                <a:solidFill>
                  <a:srgbClr val="000000"/>
                </a:solidFill>
                <a:latin typeface="Arial"/>
              </a:rPr>
              <a:t>es</a:t>
            </a:r>
            <a:r>
              <a:rPr b="0" lang="en-US" sz="2000" spc="-1" strike="noStrike">
                <a:solidFill>
                  <a:srgbClr val="000000"/>
                </a:solidFill>
                <a:latin typeface="Arial"/>
              </a:rPr>
              <a:t>si</a:t>
            </a:r>
            <a:r>
              <a:rPr b="0" lang="en-US" sz="2000" spc="-1" strike="noStrike">
                <a:solidFill>
                  <a:srgbClr val="000000"/>
                </a:solidFill>
                <a:latin typeface="Arial"/>
              </a:rPr>
              <a:t>on </a:t>
            </a:r>
            <a:r>
              <a:rPr b="0" lang="en-US" sz="2000" spc="-1" strike="noStrike">
                <a:solidFill>
                  <a:srgbClr val="000000"/>
                </a:solidFill>
                <a:latin typeface="Arial"/>
              </a:rPr>
              <a:t>an</a:t>
            </a:r>
            <a:r>
              <a:rPr b="0" lang="en-US" sz="2000" spc="-1" strike="noStrike">
                <a:solidFill>
                  <a:srgbClr val="000000"/>
                </a:solidFill>
                <a:latin typeface="Arial"/>
              </a:rPr>
              <a:t>d </a:t>
            </a:r>
            <a:r>
              <a:rPr b="0" lang="en-US" sz="2000" spc="-1" strike="noStrike">
                <a:solidFill>
                  <a:srgbClr val="000000"/>
                </a:solidFill>
                <a:latin typeface="Arial"/>
              </a:rPr>
              <a:t>de</a:t>
            </a:r>
            <a:r>
              <a:rPr b="0" lang="en-US" sz="2000" spc="-1" strike="noStrike">
                <a:solidFill>
                  <a:srgbClr val="000000"/>
                </a:solidFill>
                <a:latin typeface="Arial"/>
              </a:rPr>
              <a:t>ci</a:t>
            </a:r>
            <a:r>
              <a:rPr b="0" lang="en-US" sz="2000" spc="-1" strike="noStrike">
                <a:solidFill>
                  <a:srgbClr val="000000"/>
                </a:solidFill>
                <a:latin typeface="Arial"/>
              </a:rPr>
              <a:t>si</a:t>
            </a:r>
            <a:r>
              <a:rPr b="0" lang="en-US" sz="2000" spc="-1" strike="noStrike">
                <a:solidFill>
                  <a:srgbClr val="000000"/>
                </a:solidFill>
                <a:latin typeface="Arial"/>
              </a:rPr>
              <a:t>on </a:t>
            </a:r>
            <a:r>
              <a:rPr b="0" lang="en-US" sz="2000" spc="-1" strike="noStrike">
                <a:solidFill>
                  <a:srgbClr val="000000"/>
                </a:solidFill>
                <a:latin typeface="Arial"/>
              </a:rPr>
              <a:t>tr</a:t>
            </a:r>
            <a:r>
              <a:rPr b="0" lang="en-US" sz="2000" spc="-1" strike="noStrike">
                <a:solidFill>
                  <a:srgbClr val="000000"/>
                </a:solidFill>
                <a:latin typeface="Arial"/>
              </a:rPr>
              <a:t>ee </a:t>
            </a:r>
            <a:r>
              <a:rPr b="0" lang="en-US" sz="2000" spc="-1" strike="noStrike">
                <a:solidFill>
                  <a:srgbClr val="000000"/>
                </a:solidFill>
                <a:latin typeface="Arial"/>
              </a:rPr>
              <a:t>ba</a:t>
            </a:r>
            <a:r>
              <a:rPr b="0" lang="en-US" sz="2000" spc="-1" strike="noStrike">
                <a:solidFill>
                  <a:srgbClr val="000000"/>
                </a:solidFill>
                <a:latin typeface="Arial"/>
              </a:rPr>
              <a:t>se</a:t>
            </a:r>
            <a:r>
              <a:rPr b="0" lang="en-US" sz="2000" spc="-1" strike="noStrike">
                <a:solidFill>
                  <a:srgbClr val="000000"/>
                </a:solidFill>
                <a:latin typeface="Arial"/>
              </a:rPr>
              <a:t>lin</a:t>
            </a:r>
            <a:r>
              <a:rPr b="0" lang="en-US" sz="2000" spc="-1" strike="noStrike">
                <a:solidFill>
                  <a:srgbClr val="000000"/>
                </a:solidFill>
                <a:latin typeface="Arial"/>
              </a:rPr>
              <a:t>es </a:t>
            </a:r>
            <a:r>
              <a:rPr b="0" lang="en-US" sz="2000" spc="-1" strike="noStrike">
                <a:solidFill>
                  <a:srgbClr val="000000"/>
                </a:solidFill>
                <a:latin typeface="Arial"/>
              </a:rPr>
              <a:t>us</a:t>
            </a:r>
            <a:r>
              <a:rPr b="0" lang="en-US" sz="2000" spc="-1" strike="noStrike">
                <a:solidFill>
                  <a:srgbClr val="000000"/>
                </a:solidFill>
                <a:latin typeface="Arial"/>
              </a:rPr>
              <a:t>in</a:t>
            </a:r>
            <a:r>
              <a:rPr b="0" lang="en-US" sz="2000" spc="-1" strike="noStrike">
                <a:solidFill>
                  <a:srgbClr val="000000"/>
                </a:solidFill>
                <a:latin typeface="Arial"/>
              </a:rPr>
              <a:t>g </a:t>
            </a:r>
            <a:r>
              <a:rPr b="0" lang="en-US" sz="2000" spc="-1" strike="noStrike">
                <a:solidFill>
                  <a:srgbClr val="000000"/>
                </a:solidFill>
                <a:latin typeface="Arial"/>
              </a:rPr>
              <a:t>le</a:t>
            </a:r>
            <a:r>
              <a:rPr b="0" lang="en-US" sz="2000" spc="-1" strike="noStrike">
                <a:solidFill>
                  <a:srgbClr val="000000"/>
                </a:solidFill>
                <a:latin typeface="Arial"/>
              </a:rPr>
              <a:t>ak</a:t>
            </a:r>
            <a:r>
              <a:rPr b="0" lang="en-US" sz="2000" spc="-1" strike="noStrike">
                <a:solidFill>
                  <a:srgbClr val="000000"/>
                </a:solidFill>
                <a:latin typeface="Arial"/>
              </a:rPr>
              <a:t>ag</a:t>
            </a:r>
            <a:r>
              <a:rPr b="0" lang="en-US" sz="2000" spc="-1" strike="noStrike">
                <a:solidFill>
                  <a:srgbClr val="000000"/>
                </a:solidFill>
                <a:latin typeface="Arial"/>
              </a:rPr>
              <a:t>e-</a:t>
            </a:r>
            <a:r>
              <a:rPr b="0" lang="en-US" sz="2000" spc="-1" strike="noStrike">
                <a:solidFill>
                  <a:srgbClr val="000000"/>
                </a:solidFill>
                <a:latin typeface="Arial"/>
              </a:rPr>
              <a:t>sa</a:t>
            </a:r>
            <a:r>
              <a:rPr b="0" lang="en-US" sz="2000" spc="-1" strike="noStrike">
                <a:solidFill>
                  <a:srgbClr val="000000"/>
                </a:solidFill>
                <a:latin typeface="Arial"/>
              </a:rPr>
              <a:t>fe </a:t>
            </a:r>
            <a:r>
              <a:rPr b="0" lang="en-US" sz="2000" spc="-1" strike="noStrike">
                <a:solidFill>
                  <a:srgbClr val="000000"/>
                </a:solidFill>
                <a:latin typeface="Arial"/>
              </a:rPr>
              <a:t>pr</a:t>
            </a:r>
            <a:r>
              <a:rPr b="0" lang="en-US" sz="2000" spc="-1" strike="noStrike">
                <a:solidFill>
                  <a:srgbClr val="000000"/>
                </a:solidFill>
                <a:latin typeface="Arial"/>
              </a:rPr>
              <a:t>ep</a:t>
            </a:r>
            <a:r>
              <a:rPr b="0" lang="en-US" sz="2000" spc="-1" strike="noStrike">
                <a:solidFill>
                  <a:srgbClr val="000000"/>
                </a:solidFill>
                <a:latin typeface="Arial"/>
              </a:rPr>
              <a:t>ro</a:t>
            </a:r>
            <a:r>
              <a:rPr b="0" lang="en-US" sz="2000" spc="-1" strike="noStrike">
                <a:solidFill>
                  <a:srgbClr val="000000"/>
                </a:solidFill>
                <a:latin typeface="Arial"/>
              </a:rPr>
              <a:t>ce</a:t>
            </a:r>
            <a:r>
              <a:rPr b="0" lang="en-US" sz="2000" spc="-1" strike="noStrike">
                <a:solidFill>
                  <a:srgbClr val="000000"/>
                </a:solidFill>
                <a:latin typeface="Arial"/>
              </a:rPr>
              <a:t>ss</a:t>
            </a:r>
            <a:r>
              <a:rPr b="0" lang="en-US" sz="2000" spc="-1" strike="noStrike">
                <a:solidFill>
                  <a:srgbClr val="000000"/>
                </a:solidFill>
                <a:latin typeface="Arial"/>
              </a:rPr>
              <a:t>in</a:t>
            </a:r>
            <a:r>
              <a:rPr b="0" lang="en-US" sz="2000" spc="-1" strike="noStrike">
                <a:solidFill>
                  <a:srgbClr val="000000"/>
                </a:solidFill>
                <a:latin typeface="Arial"/>
              </a:rPr>
              <a:t>g. </a:t>
            </a:r>
            <a:r>
              <a:rPr b="0" lang="en-US" sz="2000" spc="-1" strike="noStrike">
                <a:solidFill>
                  <a:srgbClr val="000000"/>
                </a:solidFill>
                <a:latin typeface="Arial"/>
              </a:rPr>
              <a:t>La</a:t>
            </a:r>
            <a:r>
              <a:rPr b="0" lang="en-US" sz="2000" spc="-1" strike="noStrike">
                <a:solidFill>
                  <a:srgbClr val="000000"/>
                </a:solidFill>
                <a:latin typeface="Arial"/>
              </a:rPr>
              <a:t>b </a:t>
            </a:r>
            <a:r>
              <a:rPr b="0" lang="en-US" sz="2000" spc="-1" strike="noStrike">
                <a:solidFill>
                  <a:srgbClr val="000000"/>
                </a:solidFill>
                <a:latin typeface="Arial"/>
              </a:rPr>
              <a:t>6: </a:t>
            </a:r>
            <a:r>
              <a:rPr b="0" lang="en-US" sz="2000" spc="-1" strike="noStrike">
                <a:solidFill>
                  <a:srgbClr val="000000"/>
                </a:solidFill>
                <a:latin typeface="Arial"/>
              </a:rPr>
              <a:t>ev</a:t>
            </a:r>
            <a:r>
              <a:rPr b="0" lang="en-US" sz="2000" spc="-1" strike="noStrike">
                <a:solidFill>
                  <a:srgbClr val="000000"/>
                </a:solidFill>
                <a:latin typeface="Arial"/>
              </a:rPr>
              <a:t>al</a:t>
            </a:r>
            <a:r>
              <a:rPr b="0" lang="en-US" sz="2000" spc="-1" strike="noStrike">
                <a:solidFill>
                  <a:srgbClr val="000000"/>
                </a:solidFill>
                <a:latin typeface="Arial"/>
              </a:rPr>
              <a:t>ua</a:t>
            </a:r>
            <a:r>
              <a:rPr b="0" lang="en-US" sz="2000" spc="-1" strike="noStrike">
                <a:solidFill>
                  <a:srgbClr val="000000"/>
                </a:solidFill>
                <a:latin typeface="Arial"/>
              </a:rPr>
              <a:t>te </a:t>
            </a:r>
            <a:r>
              <a:rPr b="0" lang="en-US" sz="2000" spc="-1" strike="noStrike">
                <a:solidFill>
                  <a:srgbClr val="000000"/>
                </a:solidFill>
                <a:latin typeface="Arial"/>
              </a:rPr>
              <a:t>wi</a:t>
            </a:r>
            <a:r>
              <a:rPr b="0" lang="en-US" sz="2000" spc="-1" strike="noStrike">
                <a:solidFill>
                  <a:srgbClr val="000000"/>
                </a:solidFill>
                <a:latin typeface="Arial"/>
              </a:rPr>
              <a:t>th </a:t>
            </a:r>
            <a:r>
              <a:rPr b="0" lang="en-US" sz="2000" spc="-1" strike="noStrike">
                <a:solidFill>
                  <a:srgbClr val="000000"/>
                </a:solidFill>
                <a:latin typeface="Arial"/>
              </a:rPr>
              <a:t>mi</a:t>
            </a:r>
            <a:r>
              <a:rPr b="0" lang="en-US" sz="2000" spc="-1" strike="noStrike">
                <a:solidFill>
                  <a:srgbClr val="000000"/>
                </a:solidFill>
                <a:latin typeface="Arial"/>
              </a:rPr>
              <a:t>no</a:t>
            </a:r>
            <a:r>
              <a:rPr b="0" lang="en-US" sz="2000" spc="-1" strike="noStrike">
                <a:solidFill>
                  <a:srgbClr val="000000"/>
                </a:solidFill>
                <a:latin typeface="Arial"/>
              </a:rPr>
              <a:t>rit</a:t>
            </a:r>
            <a:r>
              <a:rPr b="0" lang="en-US" sz="2000" spc="-1" strike="noStrike">
                <a:solidFill>
                  <a:srgbClr val="000000"/>
                </a:solidFill>
                <a:latin typeface="Arial"/>
              </a:rPr>
              <a:t>y-</a:t>
            </a:r>
            <a:r>
              <a:rPr b="0" lang="en-US" sz="2000" spc="-1" strike="noStrike">
                <a:solidFill>
                  <a:srgbClr val="000000"/>
                </a:solidFill>
                <a:latin typeface="Arial"/>
              </a:rPr>
              <a:t>cl</a:t>
            </a:r>
            <a:r>
              <a:rPr b="0" lang="en-US" sz="2000" spc="-1" strike="noStrike">
                <a:solidFill>
                  <a:srgbClr val="000000"/>
                </a:solidFill>
                <a:latin typeface="Arial"/>
              </a:rPr>
              <a:t>as</a:t>
            </a:r>
            <a:r>
              <a:rPr b="0" lang="en-US" sz="2000" spc="-1" strike="noStrike">
                <a:solidFill>
                  <a:srgbClr val="000000"/>
                </a:solidFill>
                <a:latin typeface="Arial"/>
              </a:rPr>
              <a:t>s </a:t>
            </a:r>
            <a:r>
              <a:rPr b="0" lang="en-US" sz="2000" spc="-1" strike="noStrike">
                <a:solidFill>
                  <a:srgbClr val="000000"/>
                </a:solidFill>
                <a:latin typeface="Arial"/>
              </a:rPr>
              <a:t>re</a:t>
            </a:r>
            <a:r>
              <a:rPr b="0" lang="en-US" sz="2000" spc="-1" strike="noStrike">
                <a:solidFill>
                  <a:srgbClr val="000000"/>
                </a:solidFill>
                <a:latin typeface="Arial"/>
              </a:rPr>
              <a:t>ca</a:t>
            </a:r>
            <a:r>
              <a:rPr b="0" lang="en-US" sz="2000" spc="-1" strike="noStrike">
                <a:solidFill>
                  <a:srgbClr val="000000"/>
                </a:solidFill>
                <a:latin typeface="Arial"/>
              </a:rPr>
              <a:t>ll, </a:t>
            </a:r>
            <a:r>
              <a:rPr b="0" lang="en-US" sz="2000" spc="-1" strike="noStrike">
                <a:solidFill>
                  <a:srgbClr val="000000"/>
                </a:solidFill>
                <a:latin typeface="Arial"/>
              </a:rPr>
              <a:t>pr</a:t>
            </a:r>
            <a:r>
              <a:rPr b="0" lang="en-US" sz="2000" spc="-1" strike="noStrike">
                <a:solidFill>
                  <a:srgbClr val="000000"/>
                </a:solidFill>
                <a:latin typeface="Arial"/>
              </a:rPr>
              <a:t>ec</a:t>
            </a:r>
            <a:r>
              <a:rPr b="0" lang="en-US" sz="2000" spc="-1" strike="noStrike">
                <a:solidFill>
                  <a:srgbClr val="000000"/>
                </a:solidFill>
                <a:latin typeface="Arial"/>
              </a:rPr>
              <a:t>isi</a:t>
            </a:r>
            <a:r>
              <a:rPr b="0" lang="en-US" sz="2000" spc="-1" strike="noStrike">
                <a:solidFill>
                  <a:srgbClr val="000000"/>
                </a:solidFill>
                <a:latin typeface="Arial"/>
              </a:rPr>
              <a:t>on</a:t>
            </a:r>
            <a:r>
              <a:rPr b="0" lang="en-US" sz="2000" spc="-1" strike="noStrike">
                <a:solidFill>
                  <a:srgbClr val="000000"/>
                </a:solidFill>
                <a:latin typeface="Arial"/>
              </a:rPr>
              <a:t>, </a:t>
            </a:r>
            <a:r>
              <a:rPr b="0" lang="en-US" sz="2000" spc="-1" strike="noStrike">
                <a:solidFill>
                  <a:srgbClr val="000000"/>
                </a:solidFill>
                <a:latin typeface="Arial"/>
              </a:rPr>
              <a:t>ca</a:t>
            </a:r>
            <a:r>
              <a:rPr b="0" lang="en-US" sz="2000" spc="-1" strike="noStrike">
                <a:solidFill>
                  <a:srgbClr val="000000"/>
                </a:solidFill>
                <a:latin typeface="Arial"/>
              </a:rPr>
              <a:t>lib</a:t>
            </a:r>
            <a:r>
              <a:rPr b="0" lang="en-US" sz="2000" spc="-1" strike="noStrike">
                <a:solidFill>
                  <a:srgbClr val="000000"/>
                </a:solidFill>
                <a:latin typeface="Arial"/>
              </a:rPr>
              <a:t>ra</a:t>
            </a:r>
            <a:r>
              <a:rPr b="0" lang="en-US" sz="2000" spc="-1" strike="noStrike">
                <a:solidFill>
                  <a:srgbClr val="000000"/>
                </a:solidFill>
                <a:latin typeface="Arial"/>
              </a:rPr>
              <a:t>tio</a:t>
            </a:r>
            <a:r>
              <a:rPr b="0" lang="en-US" sz="2000" spc="-1" strike="noStrike">
                <a:solidFill>
                  <a:srgbClr val="000000"/>
                </a:solidFill>
                <a:latin typeface="Arial"/>
              </a:rPr>
              <a:t>n, </a:t>
            </a:r>
            <a:r>
              <a:rPr b="0" lang="en-US" sz="2000" spc="-1" strike="noStrike">
                <a:solidFill>
                  <a:srgbClr val="000000"/>
                </a:solidFill>
                <a:latin typeface="Arial"/>
              </a:rPr>
              <a:t>su</a:t>
            </a:r>
            <a:r>
              <a:rPr b="0" lang="en-US" sz="2000" spc="-1" strike="noStrike">
                <a:solidFill>
                  <a:srgbClr val="000000"/>
                </a:solidFill>
                <a:latin typeface="Arial"/>
              </a:rPr>
              <a:t>bg</a:t>
            </a:r>
            <a:r>
              <a:rPr b="0" lang="en-US" sz="2000" spc="-1" strike="noStrike">
                <a:solidFill>
                  <a:srgbClr val="000000"/>
                </a:solidFill>
                <a:latin typeface="Arial"/>
              </a:rPr>
              <a:t>ro</a:t>
            </a:r>
            <a:r>
              <a:rPr b="0" lang="en-US" sz="2000" spc="-1" strike="noStrike">
                <a:solidFill>
                  <a:srgbClr val="000000"/>
                </a:solidFill>
                <a:latin typeface="Arial"/>
              </a:rPr>
              <a:t>up </a:t>
            </a:r>
            <a:r>
              <a:rPr b="0" lang="en-US" sz="2000" spc="-1" strike="noStrike">
                <a:solidFill>
                  <a:srgbClr val="000000"/>
                </a:solidFill>
                <a:latin typeface="Arial"/>
              </a:rPr>
              <a:t>ro</a:t>
            </a:r>
            <a:r>
              <a:rPr b="0" lang="en-US" sz="2000" spc="-1" strike="noStrike">
                <a:solidFill>
                  <a:srgbClr val="000000"/>
                </a:solidFill>
                <a:latin typeface="Arial"/>
              </a:rPr>
              <a:t>bu</a:t>
            </a:r>
            <a:r>
              <a:rPr b="0" lang="en-US" sz="2000" spc="-1" strike="noStrike">
                <a:solidFill>
                  <a:srgbClr val="000000"/>
                </a:solidFill>
                <a:latin typeface="Arial"/>
              </a:rPr>
              <a:t>st</a:t>
            </a:r>
            <a:r>
              <a:rPr b="0" lang="en-US" sz="2000" spc="-1" strike="noStrike">
                <a:solidFill>
                  <a:srgbClr val="000000"/>
                </a:solidFill>
                <a:latin typeface="Arial"/>
              </a:rPr>
              <a:t>ne</a:t>
            </a:r>
            <a:r>
              <a:rPr b="0" lang="en-US" sz="2000" spc="-1" strike="noStrike">
                <a:solidFill>
                  <a:srgbClr val="000000"/>
                </a:solidFill>
                <a:latin typeface="Arial"/>
              </a:rPr>
              <a:t>ss</a:t>
            </a:r>
            <a:r>
              <a:rPr b="0" lang="en-US" sz="2000" spc="-1" strike="noStrike">
                <a:solidFill>
                  <a:srgbClr val="000000"/>
                </a:solidFill>
                <a:latin typeface="Arial"/>
              </a:rPr>
              <a:t>, </a:t>
            </a:r>
            <a:r>
              <a:rPr b="0" lang="en-US" sz="2000" spc="-1" strike="noStrike">
                <a:solidFill>
                  <a:srgbClr val="000000"/>
                </a:solidFill>
                <a:latin typeface="Arial"/>
              </a:rPr>
              <a:t>li</a:t>
            </a:r>
            <a:r>
              <a:rPr b="0" lang="en-US" sz="2000" spc="-1" strike="noStrike">
                <a:solidFill>
                  <a:srgbClr val="000000"/>
                </a:solidFill>
                <a:latin typeface="Arial"/>
              </a:rPr>
              <a:t>mi</a:t>
            </a:r>
            <a:r>
              <a:rPr b="0" lang="en-US" sz="2000" spc="-1" strike="noStrike">
                <a:solidFill>
                  <a:srgbClr val="000000"/>
                </a:solidFill>
                <a:latin typeface="Arial"/>
              </a:rPr>
              <a:t>tat</a:t>
            </a:r>
            <a:r>
              <a:rPr b="0" lang="en-US" sz="2000" spc="-1" strike="noStrike">
                <a:solidFill>
                  <a:srgbClr val="000000"/>
                </a:solidFill>
                <a:latin typeface="Arial"/>
              </a:rPr>
              <a:t>io</a:t>
            </a:r>
            <a:r>
              <a:rPr b="0" lang="en-US" sz="2000" spc="-1" strike="noStrike">
                <a:solidFill>
                  <a:srgbClr val="000000"/>
                </a:solidFill>
                <a:latin typeface="Arial"/>
              </a:rPr>
              <a:t>ns </a:t>
            </a:r>
            <a:r>
              <a:rPr b="0" lang="en-US" sz="2000" spc="-1" strike="noStrike">
                <a:solidFill>
                  <a:srgbClr val="000000"/>
                </a:solidFill>
                <a:latin typeface="Arial"/>
              </a:rPr>
              <a:t>an</a:t>
            </a:r>
            <a:r>
              <a:rPr b="0" lang="en-US" sz="2000" spc="-1" strike="noStrike">
                <a:solidFill>
                  <a:srgbClr val="000000"/>
                </a:solidFill>
                <a:latin typeface="Arial"/>
              </a:rPr>
              <a:t>d </a:t>
            </a:r>
            <a:r>
              <a:rPr b="0" lang="en-US" sz="2000" spc="-1" strike="noStrike">
                <a:solidFill>
                  <a:srgbClr val="000000"/>
                </a:solidFill>
                <a:latin typeface="Arial"/>
              </a:rPr>
              <a:t>po</a:t>
            </a:r>
            <a:r>
              <a:rPr b="0" lang="en-US" sz="2000" spc="-1" strike="noStrike">
                <a:solidFill>
                  <a:srgbClr val="000000"/>
                </a:solidFill>
                <a:latin typeface="Arial"/>
              </a:rPr>
              <a:t>lic</a:t>
            </a:r>
            <a:r>
              <a:rPr b="0" lang="en-US" sz="2000" spc="-1" strike="noStrike">
                <a:solidFill>
                  <a:srgbClr val="000000"/>
                </a:solidFill>
                <a:latin typeface="Arial"/>
              </a:rPr>
              <a:t>y-</a:t>
            </a:r>
            <a:r>
              <a:rPr b="0" lang="en-US" sz="2000" spc="-1" strike="noStrike">
                <a:solidFill>
                  <a:srgbClr val="000000"/>
                </a:solidFill>
                <a:latin typeface="Arial"/>
              </a:rPr>
              <a:t>fa</a:t>
            </a:r>
            <a:r>
              <a:rPr b="0" lang="en-US" sz="2000" spc="-1" strike="noStrike">
                <a:solidFill>
                  <a:srgbClr val="000000"/>
                </a:solidFill>
                <a:latin typeface="Arial"/>
              </a:rPr>
              <a:t>ci</a:t>
            </a:r>
            <a:r>
              <a:rPr b="0" lang="en-US" sz="2000" spc="-1" strike="noStrike">
                <a:solidFill>
                  <a:srgbClr val="000000"/>
                </a:solidFill>
                <a:latin typeface="Arial"/>
              </a:rPr>
              <a:t>ng </a:t>
            </a:r>
            <a:r>
              <a:rPr b="0" lang="en-US" sz="2000" spc="-1" strike="noStrike">
                <a:solidFill>
                  <a:srgbClr val="000000"/>
                </a:solidFill>
                <a:latin typeface="Arial"/>
              </a:rPr>
              <a:t>co</a:t>
            </a:r>
            <a:r>
              <a:rPr b="0" lang="en-US" sz="2000" spc="-1" strike="noStrike">
                <a:solidFill>
                  <a:srgbClr val="000000"/>
                </a:solidFill>
                <a:latin typeface="Arial"/>
              </a:rPr>
              <a:t>m</a:t>
            </a:r>
            <a:r>
              <a:rPr b="0" lang="en-US" sz="2000" spc="-1" strike="noStrike">
                <a:solidFill>
                  <a:srgbClr val="000000"/>
                </a:solidFill>
                <a:latin typeface="Arial"/>
              </a:rPr>
              <a:t>m</a:t>
            </a:r>
            <a:r>
              <a:rPr b="0" lang="en-US" sz="2000" spc="-1" strike="noStrike">
                <a:solidFill>
                  <a:srgbClr val="000000"/>
                </a:solidFill>
                <a:latin typeface="Arial"/>
              </a:rPr>
              <a:t>un</a:t>
            </a:r>
            <a:r>
              <a:rPr b="0" lang="en-US" sz="2000" spc="-1" strike="noStrike">
                <a:solidFill>
                  <a:srgbClr val="000000"/>
                </a:solidFill>
                <a:latin typeface="Arial"/>
              </a:rPr>
              <a:t>ic</a:t>
            </a:r>
            <a:r>
              <a:rPr b="0" lang="en-US" sz="2000" spc="-1" strike="noStrike">
                <a:solidFill>
                  <a:srgbClr val="000000"/>
                </a:solidFill>
                <a:latin typeface="Arial"/>
              </a:rPr>
              <a:t>ati</a:t>
            </a:r>
            <a:r>
              <a:rPr b="0" lang="en-US" sz="2000" spc="-1" strike="noStrike">
                <a:solidFill>
                  <a:srgbClr val="000000"/>
                </a:solidFill>
                <a:latin typeface="Arial"/>
              </a:rPr>
              <a:t>on</a:t>
            </a:r>
            <a:r>
              <a:rPr b="0" lang="en-US" sz="2000" spc="-1" strike="noStrike">
                <a:solidFill>
                  <a:srgbClr val="000000"/>
                </a:solidFill>
                <a:latin typeface="Arial"/>
              </a:rPr>
              <a:t>. </a:t>
            </a:r>
            <a:r>
              <a:rPr b="0" lang="en-US" sz="2000" spc="-1" strike="noStrike">
                <a:solidFill>
                  <a:srgbClr val="000000"/>
                </a:solidFill>
                <a:latin typeface="Arial"/>
              </a:rPr>
              <a:t>T</a:t>
            </a:r>
            <a:r>
              <a:rPr b="0" lang="en-US" sz="2000" spc="-1" strike="noStrike">
                <a:solidFill>
                  <a:srgbClr val="000000"/>
                </a:solidFill>
                <a:latin typeface="Arial"/>
              </a:rPr>
              <a:t>he</a:t>
            </a:r>
            <a:r>
              <a:rPr b="0" lang="en-US" sz="2000" spc="-1" strike="noStrike">
                <a:solidFill>
                  <a:srgbClr val="000000"/>
                </a:solidFill>
                <a:latin typeface="Arial"/>
              </a:rPr>
              <a:t>se </a:t>
            </a:r>
            <a:r>
              <a:rPr b="0" lang="en-US" sz="2000" spc="-1" strike="noStrike">
                <a:solidFill>
                  <a:srgbClr val="000000"/>
                </a:solidFill>
                <a:latin typeface="Arial"/>
              </a:rPr>
              <a:t>ar</a:t>
            </a:r>
            <a:r>
              <a:rPr b="0" lang="en-US" sz="2000" spc="-1" strike="noStrike">
                <a:solidFill>
                  <a:srgbClr val="000000"/>
                </a:solidFill>
                <a:latin typeface="Arial"/>
              </a:rPr>
              <a:t>e </a:t>
            </a:r>
            <a:r>
              <a:rPr b="0" lang="en-US" sz="2000" spc="-1" strike="noStrike">
                <a:solidFill>
                  <a:srgbClr val="000000"/>
                </a:solidFill>
                <a:latin typeface="Arial"/>
              </a:rPr>
              <a:t>co</a:t>
            </a:r>
            <a:r>
              <a:rPr b="0" lang="en-US" sz="2000" spc="-1" strike="noStrike">
                <a:solidFill>
                  <a:srgbClr val="000000"/>
                </a:solidFill>
                <a:latin typeface="Arial"/>
              </a:rPr>
              <a:t>nn</a:t>
            </a:r>
            <a:r>
              <a:rPr b="0" lang="en-US" sz="2000" spc="-1" strike="noStrike">
                <a:solidFill>
                  <a:srgbClr val="000000"/>
                </a:solidFill>
                <a:latin typeface="Arial"/>
              </a:rPr>
              <a:t>ec</a:t>
            </a:r>
            <a:r>
              <a:rPr b="0" lang="en-US" sz="2000" spc="-1" strike="noStrike">
                <a:solidFill>
                  <a:srgbClr val="000000"/>
                </a:solidFill>
                <a:latin typeface="Arial"/>
              </a:rPr>
              <a:t>te</a:t>
            </a:r>
            <a:r>
              <a:rPr b="0" lang="en-US" sz="2000" spc="-1" strike="noStrike">
                <a:solidFill>
                  <a:srgbClr val="000000"/>
                </a:solidFill>
                <a:latin typeface="Arial"/>
              </a:rPr>
              <a:t>d </a:t>
            </a:r>
            <a:r>
              <a:rPr b="0" lang="en-US" sz="2000" spc="-1" strike="noStrike">
                <a:solidFill>
                  <a:srgbClr val="000000"/>
                </a:solidFill>
                <a:latin typeface="Arial"/>
              </a:rPr>
              <a:t>le</a:t>
            </a:r>
            <a:r>
              <a:rPr b="0" lang="en-US" sz="2000" spc="-1" strike="noStrike">
                <a:solidFill>
                  <a:srgbClr val="000000"/>
                </a:solidFill>
                <a:latin typeface="Arial"/>
              </a:rPr>
              <a:t>ar</a:t>
            </a:r>
            <a:r>
              <a:rPr b="0" lang="en-US" sz="2000" spc="-1" strike="noStrike">
                <a:solidFill>
                  <a:srgbClr val="000000"/>
                </a:solidFill>
                <a:latin typeface="Arial"/>
              </a:rPr>
              <a:t>ni</a:t>
            </a:r>
            <a:r>
              <a:rPr b="0" lang="en-US" sz="2000" spc="-1" strike="noStrike">
                <a:solidFill>
                  <a:srgbClr val="000000"/>
                </a:solidFill>
                <a:latin typeface="Arial"/>
              </a:rPr>
              <a:t>ng </a:t>
            </a:r>
            <a:r>
              <a:rPr b="0" lang="en-US" sz="2000" spc="-1" strike="noStrike">
                <a:solidFill>
                  <a:srgbClr val="000000"/>
                </a:solidFill>
                <a:latin typeface="Arial"/>
              </a:rPr>
              <a:t>bl</a:t>
            </a:r>
            <a:r>
              <a:rPr b="0" lang="en-US" sz="2000" spc="-1" strike="noStrike">
                <a:solidFill>
                  <a:srgbClr val="000000"/>
                </a:solidFill>
                <a:latin typeface="Arial"/>
              </a:rPr>
              <a:t>oc</a:t>
            </a:r>
            <a:r>
              <a:rPr b="0" lang="en-US" sz="2000" spc="-1" strike="noStrike">
                <a:solidFill>
                  <a:srgbClr val="000000"/>
                </a:solidFill>
                <a:latin typeface="Arial"/>
              </a:rPr>
              <a:t>ks </a:t>
            </a:r>
            <a:r>
              <a:rPr b="0" lang="en-US" sz="2000" spc="-1" strike="noStrike">
                <a:solidFill>
                  <a:srgbClr val="000000"/>
                </a:solidFill>
                <a:latin typeface="Arial"/>
              </a:rPr>
              <a:t>ra</a:t>
            </a:r>
            <a:r>
              <a:rPr b="0" lang="en-US" sz="2000" spc="-1" strike="noStrike">
                <a:solidFill>
                  <a:srgbClr val="000000"/>
                </a:solidFill>
                <a:latin typeface="Arial"/>
              </a:rPr>
              <a:t>th</a:t>
            </a:r>
            <a:r>
              <a:rPr b="0" lang="en-US" sz="2000" spc="-1" strike="noStrike">
                <a:solidFill>
                  <a:srgbClr val="000000"/>
                </a:solidFill>
                <a:latin typeface="Arial"/>
              </a:rPr>
              <a:t>er </a:t>
            </a:r>
            <a:r>
              <a:rPr b="0" lang="en-US" sz="2000" spc="-1" strike="noStrike">
                <a:solidFill>
                  <a:srgbClr val="000000"/>
                </a:solidFill>
                <a:latin typeface="Arial"/>
              </a:rPr>
              <a:t>th</a:t>
            </a:r>
            <a:r>
              <a:rPr b="0" lang="en-US" sz="2000" spc="-1" strike="noStrike">
                <a:solidFill>
                  <a:srgbClr val="000000"/>
                </a:solidFill>
                <a:latin typeface="Arial"/>
              </a:rPr>
              <a:t>an </a:t>
            </a:r>
            <a:r>
              <a:rPr b="0" lang="en-US" sz="2000" spc="-1" strike="noStrike">
                <a:solidFill>
                  <a:srgbClr val="000000"/>
                </a:solidFill>
                <a:latin typeface="Arial"/>
              </a:rPr>
              <a:t>si</a:t>
            </a:r>
            <a:r>
              <a:rPr b="0" lang="en-US" sz="2000" spc="-1" strike="noStrike">
                <a:solidFill>
                  <a:srgbClr val="000000"/>
                </a:solidFill>
                <a:latin typeface="Arial"/>
              </a:rPr>
              <a:t>x </a:t>
            </a:r>
            <a:r>
              <a:rPr b="0" lang="en-US" sz="2000" spc="-1" strike="noStrike">
                <a:solidFill>
                  <a:srgbClr val="000000"/>
                </a:solidFill>
                <a:latin typeface="Arial"/>
              </a:rPr>
              <a:t>is</a:t>
            </a:r>
            <a:r>
              <a:rPr b="0" lang="en-US" sz="2000" spc="-1" strike="noStrike">
                <a:solidFill>
                  <a:srgbClr val="000000"/>
                </a:solidFill>
                <a:latin typeface="Arial"/>
              </a:rPr>
              <a:t>ol</a:t>
            </a:r>
            <a:r>
              <a:rPr b="0" lang="en-US" sz="2000" spc="-1" strike="noStrike">
                <a:solidFill>
                  <a:srgbClr val="000000"/>
                </a:solidFill>
                <a:latin typeface="Arial"/>
              </a:rPr>
              <a:t>at</a:t>
            </a:r>
            <a:r>
              <a:rPr b="0" lang="en-US" sz="2000" spc="-1" strike="noStrike">
                <a:solidFill>
                  <a:srgbClr val="000000"/>
                </a:solidFill>
                <a:latin typeface="Arial"/>
              </a:rPr>
              <a:t>ed </a:t>
            </a:r>
            <a:r>
              <a:rPr b="0" lang="en-US" sz="2000" spc="-1" strike="noStrike">
                <a:solidFill>
                  <a:srgbClr val="000000"/>
                </a:solidFill>
                <a:latin typeface="Arial"/>
              </a:rPr>
              <a:t>al</a:t>
            </a:r>
            <a:r>
              <a:rPr b="0" lang="en-US" sz="2000" spc="-1" strike="noStrike">
                <a:solidFill>
                  <a:srgbClr val="000000"/>
                </a:solidFill>
                <a:latin typeface="Arial"/>
              </a:rPr>
              <a:t>go</a:t>
            </a:r>
            <a:r>
              <a:rPr b="0" lang="en-US" sz="2000" spc="-1" strike="noStrike">
                <a:solidFill>
                  <a:srgbClr val="000000"/>
                </a:solidFill>
                <a:latin typeface="Arial"/>
              </a:rPr>
              <a:t>rit</a:t>
            </a:r>
            <a:r>
              <a:rPr b="0" lang="en-US" sz="2000" spc="-1" strike="noStrike">
                <a:solidFill>
                  <a:srgbClr val="000000"/>
                </a:solidFill>
                <a:latin typeface="Arial"/>
              </a:rPr>
              <a:t>h</a:t>
            </a:r>
            <a:r>
              <a:rPr b="0" lang="en-US" sz="2000" spc="-1" strike="noStrike">
                <a:solidFill>
                  <a:srgbClr val="000000"/>
                </a:solidFill>
                <a:latin typeface="Arial"/>
              </a:rPr>
              <a:t>m </a:t>
            </a:r>
            <a:r>
              <a:rPr b="0" lang="en-US" sz="2000" spc="-1" strike="noStrike">
                <a:solidFill>
                  <a:srgbClr val="000000"/>
                </a:solidFill>
                <a:latin typeface="Arial"/>
              </a:rPr>
              <a:t>de</a:t>
            </a:r>
            <a:r>
              <a:rPr b="0" lang="en-US" sz="2000" spc="-1" strike="noStrike">
                <a:solidFill>
                  <a:srgbClr val="000000"/>
                </a:solidFill>
                <a:latin typeface="Arial"/>
              </a:rPr>
              <a:t>m</a:t>
            </a:r>
            <a:r>
              <a:rPr b="0" lang="en-US" sz="2000" spc="-1" strike="noStrike">
                <a:solidFill>
                  <a:srgbClr val="000000"/>
                </a:solidFill>
                <a:latin typeface="Arial"/>
              </a:rPr>
              <a:t>on</a:t>
            </a:r>
            <a:r>
              <a:rPr b="0" lang="en-US" sz="2000" spc="-1" strike="noStrike">
                <a:solidFill>
                  <a:srgbClr val="000000"/>
                </a:solidFill>
                <a:latin typeface="Arial"/>
              </a:rPr>
              <a:t>str</a:t>
            </a:r>
            <a:r>
              <a:rPr b="0" lang="en-US" sz="2000" spc="-1" strike="noStrike">
                <a:solidFill>
                  <a:srgbClr val="000000"/>
                </a:solidFill>
                <a:latin typeface="Arial"/>
              </a:rPr>
              <a:t>ati</a:t>
            </a:r>
            <a:r>
              <a:rPr b="0" lang="en-US" sz="2000" spc="-1" strike="noStrike">
                <a:solidFill>
                  <a:srgbClr val="000000"/>
                </a:solidFill>
                <a:latin typeface="Arial"/>
              </a:rPr>
              <a:t>on</a:t>
            </a:r>
            <a:r>
              <a:rPr b="0" lang="en-US" sz="2000" spc="-1" strike="noStrike">
                <a:solidFill>
                  <a:srgbClr val="000000"/>
                </a:solidFill>
                <a:latin typeface="Arial"/>
              </a:rPr>
              <a:t>s. </a:t>
            </a:r>
            <a:r>
              <a:rPr b="0" lang="en-US" sz="2000" spc="-1" strike="noStrike">
                <a:solidFill>
                  <a:srgbClr val="000000"/>
                </a:solidFill>
                <a:latin typeface="Arial"/>
              </a:rPr>
              <a:t>In </a:t>
            </a:r>
            <a:r>
              <a:rPr b="0" lang="en-US" sz="2000" spc="-1" strike="noStrike">
                <a:solidFill>
                  <a:srgbClr val="000000"/>
                </a:solidFill>
                <a:latin typeface="Arial"/>
              </a:rPr>
              <a:t>pr</a:t>
            </a:r>
            <a:r>
              <a:rPr b="0" lang="en-US" sz="2000" spc="-1" strike="noStrike">
                <a:solidFill>
                  <a:srgbClr val="000000"/>
                </a:solidFill>
                <a:latin typeface="Arial"/>
              </a:rPr>
              <a:t>ac</a:t>
            </a:r>
            <a:r>
              <a:rPr b="0" lang="en-US" sz="2000" spc="-1" strike="noStrike">
                <a:solidFill>
                  <a:srgbClr val="000000"/>
                </a:solidFill>
                <a:latin typeface="Arial"/>
              </a:rPr>
              <a:t>tic</a:t>
            </a:r>
            <a:r>
              <a:rPr b="0" lang="en-US" sz="2000" spc="-1" strike="noStrike">
                <a:solidFill>
                  <a:srgbClr val="000000"/>
                </a:solidFill>
                <a:latin typeface="Arial"/>
              </a:rPr>
              <a:t>e </a:t>
            </a:r>
            <a:r>
              <a:rPr b="0" lang="en-US" sz="2000" spc="-1" strike="noStrike">
                <a:solidFill>
                  <a:srgbClr val="000000"/>
                </a:solidFill>
                <a:latin typeface="Arial"/>
              </a:rPr>
              <a:t>st</a:t>
            </a:r>
            <a:r>
              <a:rPr b="0" lang="en-US" sz="2000" spc="-1" strike="noStrike">
                <a:solidFill>
                  <a:srgbClr val="000000"/>
                </a:solidFill>
                <a:latin typeface="Arial"/>
              </a:rPr>
              <a:t>ud</a:t>
            </a:r>
            <a:r>
              <a:rPr b="0" lang="en-US" sz="2000" spc="-1" strike="noStrike">
                <a:solidFill>
                  <a:srgbClr val="000000"/>
                </a:solidFill>
                <a:latin typeface="Arial"/>
              </a:rPr>
              <a:t>en</a:t>
            </a:r>
            <a:r>
              <a:rPr b="0" lang="en-US" sz="2000" spc="-1" strike="noStrike">
                <a:solidFill>
                  <a:srgbClr val="000000"/>
                </a:solidFill>
                <a:latin typeface="Arial"/>
              </a:rPr>
              <a:t>ts </a:t>
            </a:r>
            <a:r>
              <a:rPr b="0" lang="en-US" sz="2000" spc="-1" strike="noStrike">
                <a:solidFill>
                  <a:srgbClr val="000000"/>
                </a:solidFill>
                <a:latin typeface="Arial"/>
              </a:rPr>
              <a:t>m</a:t>
            </a:r>
            <a:r>
              <a:rPr b="0" lang="en-US" sz="2000" spc="-1" strike="noStrike">
                <a:solidFill>
                  <a:srgbClr val="000000"/>
                </a:solidFill>
                <a:latin typeface="Arial"/>
              </a:rPr>
              <a:t>ay </a:t>
            </a:r>
            <a:r>
              <a:rPr b="0" lang="en-US" sz="2000" spc="-1" strike="noStrike">
                <a:solidFill>
                  <a:srgbClr val="000000"/>
                </a:solidFill>
                <a:latin typeface="Arial"/>
              </a:rPr>
              <a:t>lo</a:t>
            </a:r>
            <a:r>
              <a:rPr b="0" lang="en-US" sz="2000" spc="-1" strike="noStrike">
                <a:solidFill>
                  <a:srgbClr val="000000"/>
                </a:solidFill>
                <a:latin typeface="Arial"/>
              </a:rPr>
              <a:t>op </a:t>
            </a:r>
            <a:r>
              <a:rPr b="0" lang="en-US" sz="2000" spc="-1" strike="noStrike">
                <a:solidFill>
                  <a:srgbClr val="000000"/>
                </a:solidFill>
                <a:latin typeface="Arial"/>
              </a:rPr>
              <a:t>ba</a:t>
            </a:r>
            <a:r>
              <a:rPr b="0" lang="en-US" sz="2000" spc="-1" strike="noStrike">
                <a:solidFill>
                  <a:srgbClr val="000000"/>
                </a:solidFill>
                <a:latin typeface="Arial"/>
              </a:rPr>
              <a:t>ck </a:t>
            </a:r>
            <a:r>
              <a:rPr b="0" lang="en-US" sz="2000" spc="-1" strike="noStrike">
                <a:solidFill>
                  <a:srgbClr val="000000"/>
                </a:solidFill>
                <a:latin typeface="Arial"/>
              </a:rPr>
              <a:t>to </a:t>
            </a:r>
            <a:r>
              <a:rPr b="0" lang="en-US" sz="2000" spc="-1" strike="noStrike">
                <a:solidFill>
                  <a:srgbClr val="000000"/>
                </a:solidFill>
                <a:latin typeface="Arial"/>
              </a:rPr>
              <a:t>cl</a:t>
            </a:r>
            <a:r>
              <a:rPr b="0" lang="en-US" sz="2000" spc="-1" strike="noStrike">
                <a:solidFill>
                  <a:srgbClr val="000000"/>
                </a:solidFill>
                <a:latin typeface="Arial"/>
              </a:rPr>
              <a:t>ea</a:t>
            </a:r>
            <a:r>
              <a:rPr b="0" lang="en-US" sz="2000" spc="-1" strike="noStrike">
                <a:solidFill>
                  <a:srgbClr val="000000"/>
                </a:solidFill>
                <a:latin typeface="Arial"/>
              </a:rPr>
              <a:t>ni</a:t>
            </a:r>
            <a:r>
              <a:rPr b="0" lang="en-US" sz="2000" spc="-1" strike="noStrike">
                <a:solidFill>
                  <a:srgbClr val="000000"/>
                </a:solidFill>
                <a:latin typeface="Arial"/>
              </a:rPr>
              <a:t>ng </a:t>
            </a:r>
            <a:r>
              <a:rPr b="0" lang="en-US" sz="2000" spc="-1" strike="noStrike">
                <a:solidFill>
                  <a:srgbClr val="000000"/>
                </a:solidFill>
                <a:latin typeface="Arial"/>
              </a:rPr>
              <a:t>w</a:t>
            </a:r>
            <a:r>
              <a:rPr b="0" lang="en-US" sz="2000" spc="-1" strike="noStrike">
                <a:solidFill>
                  <a:srgbClr val="000000"/>
                </a:solidFill>
                <a:latin typeface="Arial"/>
              </a:rPr>
              <a:t>he</a:t>
            </a:r>
            <a:r>
              <a:rPr b="0" lang="en-US" sz="2000" spc="-1" strike="noStrike">
                <a:solidFill>
                  <a:srgbClr val="000000"/>
                </a:solidFill>
                <a:latin typeface="Arial"/>
              </a:rPr>
              <a:t>n </a:t>
            </a:r>
            <a:r>
              <a:rPr b="0" lang="en-US" sz="2000" spc="-1" strike="noStrike">
                <a:solidFill>
                  <a:srgbClr val="000000"/>
                </a:solidFill>
                <a:latin typeface="Arial"/>
              </a:rPr>
              <a:t>th</a:t>
            </a:r>
            <a:r>
              <a:rPr b="0" lang="en-US" sz="2000" spc="-1" strike="noStrike">
                <a:solidFill>
                  <a:srgbClr val="000000"/>
                </a:solidFill>
                <a:latin typeface="Arial"/>
              </a:rPr>
              <a:t>ey </a:t>
            </a:r>
            <a:r>
              <a:rPr b="0" lang="en-US" sz="2000" spc="-1" strike="noStrike">
                <a:solidFill>
                  <a:srgbClr val="000000"/>
                </a:solidFill>
                <a:latin typeface="Arial"/>
              </a:rPr>
              <a:t>se</a:t>
            </a:r>
            <a:r>
              <a:rPr b="0" lang="en-US" sz="2000" spc="-1" strike="noStrike">
                <a:solidFill>
                  <a:srgbClr val="000000"/>
                </a:solidFill>
                <a:latin typeface="Arial"/>
              </a:rPr>
              <a:t>e </a:t>
            </a:r>
            <a:r>
              <a:rPr b="0" lang="en-US" sz="2000" spc="-1" strike="noStrike">
                <a:solidFill>
                  <a:srgbClr val="000000"/>
                </a:solidFill>
                <a:latin typeface="Arial"/>
              </a:rPr>
              <a:t>su</a:t>
            </a:r>
            <a:r>
              <a:rPr b="0" lang="en-US" sz="2000" spc="-1" strike="noStrike">
                <a:solidFill>
                  <a:srgbClr val="000000"/>
                </a:solidFill>
                <a:latin typeface="Arial"/>
              </a:rPr>
              <a:t>sp</a:t>
            </a:r>
            <a:r>
              <a:rPr b="0" lang="en-US" sz="2000" spc="-1" strike="noStrike">
                <a:solidFill>
                  <a:srgbClr val="000000"/>
                </a:solidFill>
                <a:latin typeface="Arial"/>
              </a:rPr>
              <a:t>ici</a:t>
            </a:r>
            <a:r>
              <a:rPr b="0" lang="en-US" sz="2000" spc="-1" strike="noStrike">
                <a:solidFill>
                  <a:srgbClr val="000000"/>
                </a:solidFill>
                <a:latin typeface="Arial"/>
              </a:rPr>
              <a:t>ou</a:t>
            </a:r>
            <a:r>
              <a:rPr b="0" lang="en-US" sz="2000" spc="-1" strike="noStrike">
                <a:solidFill>
                  <a:srgbClr val="000000"/>
                </a:solidFill>
                <a:latin typeface="Arial"/>
              </a:rPr>
              <a:t>s </a:t>
            </a:r>
            <a:r>
              <a:rPr b="0" lang="en-US" sz="2000" spc="-1" strike="noStrike">
                <a:solidFill>
                  <a:srgbClr val="000000"/>
                </a:solidFill>
                <a:latin typeface="Arial"/>
              </a:rPr>
              <a:t>m</a:t>
            </a:r>
            <a:r>
              <a:rPr b="0" lang="en-US" sz="2000" spc="-1" strike="noStrike">
                <a:solidFill>
                  <a:srgbClr val="000000"/>
                </a:solidFill>
                <a:latin typeface="Arial"/>
              </a:rPr>
              <a:t>od</a:t>
            </a:r>
            <a:r>
              <a:rPr b="0" lang="en-US" sz="2000" spc="-1" strike="noStrike">
                <a:solidFill>
                  <a:srgbClr val="000000"/>
                </a:solidFill>
                <a:latin typeface="Arial"/>
              </a:rPr>
              <a:t>el </a:t>
            </a:r>
            <a:r>
              <a:rPr b="0" lang="en-US" sz="2000" spc="-1" strike="noStrike">
                <a:solidFill>
                  <a:srgbClr val="000000"/>
                </a:solidFill>
                <a:latin typeface="Arial"/>
              </a:rPr>
              <a:t>be</a:t>
            </a:r>
            <a:r>
              <a:rPr b="0" lang="en-US" sz="2000" spc="-1" strike="noStrike">
                <a:solidFill>
                  <a:srgbClr val="000000"/>
                </a:solidFill>
                <a:latin typeface="Arial"/>
              </a:rPr>
              <a:t>ha</a:t>
            </a:r>
            <a:r>
              <a:rPr b="0" lang="en-US" sz="2000" spc="-1" strike="noStrike">
                <a:solidFill>
                  <a:srgbClr val="000000"/>
                </a:solidFill>
                <a:latin typeface="Arial"/>
              </a:rPr>
              <a:t>vi</a:t>
            </a:r>
            <a:r>
              <a:rPr b="0" lang="en-US" sz="2000" spc="-1" strike="noStrike">
                <a:solidFill>
                  <a:srgbClr val="000000"/>
                </a:solidFill>
                <a:latin typeface="Arial"/>
              </a:rPr>
              <a:t>ou</a:t>
            </a:r>
            <a:r>
              <a:rPr b="0" lang="en-US" sz="2000" spc="-1" strike="noStrike">
                <a:solidFill>
                  <a:srgbClr val="000000"/>
                </a:solidFill>
                <a:latin typeface="Arial"/>
              </a:rPr>
              <a:t>r. </a:t>
            </a:r>
            <a:r>
              <a:rPr b="0" lang="en-US" sz="2000" spc="-1" strike="noStrike">
                <a:solidFill>
                  <a:srgbClr val="000000"/>
                </a:solidFill>
                <a:latin typeface="Arial"/>
              </a:rPr>
              <a:t>Tr</a:t>
            </a:r>
            <a:r>
              <a:rPr b="0" lang="en-US" sz="2000" spc="-1" strike="noStrike">
                <a:solidFill>
                  <a:srgbClr val="000000"/>
                </a:solidFill>
                <a:latin typeface="Arial"/>
              </a:rPr>
              <a:t>an</a:t>
            </a:r>
            <a:r>
              <a:rPr b="0" lang="en-US" sz="2000" spc="-1" strike="noStrike">
                <a:solidFill>
                  <a:srgbClr val="000000"/>
                </a:solidFill>
                <a:latin typeface="Arial"/>
              </a:rPr>
              <a:t>sit</a:t>
            </a:r>
            <a:r>
              <a:rPr b="0" lang="en-US" sz="2000" spc="-1" strike="noStrike">
                <a:solidFill>
                  <a:srgbClr val="000000"/>
                </a:solidFill>
                <a:latin typeface="Arial"/>
              </a:rPr>
              <a:t>io</a:t>
            </a:r>
            <a:r>
              <a:rPr b="0" lang="en-US" sz="2000" spc="-1" strike="noStrike">
                <a:solidFill>
                  <a:srgbClr val="000000"/>
                </a:solidFill>
                <a:latin typeface="Arial"/>
              </a:rPr>
              <a:t>n: </a:t>
            </a:r>
            <a:r>
              <a:rPr b="0" lang="en-US" sz="2000" spc="-1" strike="noStrike">
                <a:solidFill>
                  <a:srgbClr val="000000"/>
                </a:solidFill>
                <a:latin typeface="Arial"/>
              </a:rPr>
              <a:t>he</a:t>
            </a:r>
            <a:r>
              <a:rPr b="0" lang="en-US" sz="2000" spc="-1" strike="noStrike">
                <a:solidFill>
                  <a:srgbClr val="000000"/>
                </a:solidFill>
                <a:latin typeface="Arial"/>
              </a:rPr>
              <a:t>re </a:t>
            </a:r>
            <a:r>
              <a:rPr b="0" lang="en-US" sz="2000" spc="-1" strike="noStrike">
                <a:solidFill>
                  <a:srgbClr val="000000"/>
                </a:solidFill>
                <a:latin typeface="Arial"/>
              </a:rPr>
              <a:t>is </a:t>
            </a:r>
            <a:r>
              <a:rPr b="0" lang="en-US" sz="2000" spc="-1" strike="noStrike">
                <a:solidFill>
                  <a:srgbClr val="000000"/>
                </a:solidFill>
                <a:latin typeface="Arial"/>
              </a:rPr>
              <a:t>a </a:t>
            </a:r>
            <a:r>
              <a:rPr b="0" lang="en-US" sz="2000" spc="-1" strike="noStrike">
                <a:solidFill>
                  <a:srgbClr val="000000"/>
                </a:solidFill>
                <a:latin typeface="Arial"/>
              </a:rPr>
              <a:t>fiv</a:t>
            </a:r>
            <a:r>
              <a:rPr b="0" lang="en-US" sz="2000" spc="-1" strike="noStrike">
                <a:solidFill>
                  <a:srgbClr val="000000"/>
                </a:solidFill>
                <a:latin typeface="Arial"/>
              </a:rPr>
              <a:t>e-</a:t>
            </a:r>
            <a:r>
              <a:rPr b="0" lang="en-US" sz="2000" spc="-1" strike="noStrike">
                <a:solidFill>
                  <a:srgbClr val="000000"/>
                </a:solidFill>
                <a:latin typeface="Arial"/>
              </a:rPr>
              <a:t>mi</a:t>
            </a:r>
            <a:r>
              <a:rPr b="0" lang="en-US" sz="2000" spc="-1" strike="noStrike">
                <a:solidFill>
                  <a:srgbClr val="000000"/>
                </a:solidFill>
                <a:latin typeface="Arial"/>
              </a:rPr>
              <a:t>nu</a:t>
            </a:r>
            <a:r>
              <a:rPr b="0" lang="en-US" sz="2000" spc="-1" strike="noStrike">
                <a:solidFill>
                  <a:srgbClr val="000000"/>
                </a:solidFill>
                <a:latin typeface="Arial"/>
              </a:rPr>
              <a:t>te </a:t>
            </a:r>
            <a:r>
              <a:rPr b="0" lang="en-US" sz="2000" spc="-1" strike="noStrike">
                <a:solidFill>
                  <a:srgbClr val="000000"/>
                </a:solidFill>
                <a:latin typeface="Arial"/>
              </a:rPr>
              <a:t>ex</a:t>
            </a:r>
            <a:r>
              <a:rPr b="0" lang="en-US" sz="2000" spc="-1" strike="noStrike">
                <a:solidFill>
                  <a:srgbClr val="000000"/>
                </a:solidFill>
                <a:latin typeface="Arial"/>
              </a:rPr>
              <a:t>tr</a:t>
            </a:r>
            <a:r>
              <a:rPr b="0" lang="en-US" sz="2000" spc="-1" strike="noStrike">
                <a:solidFill>
                  <a:srgbClr val="000000"/>
                </a:solidFill>
                <a:latin typeface="Arial"/>
              </a:rPr>
              <a:t>ac</a:t>
            </a:r>
            <a:r>
              <a:rPr b="0" lang="en-US" sz="2000" spc="-1" strike="noStrike">
                <a:solidFill>
                  <a:srgbClr val="000000"/>
                </a:solidFill>
                <a:latin typeface="Arial"/>
              </a:rPr>
              <a:t>t </a:t>
            </a:r>
            <a:r>
              <a:rPr b="0" lang="en-US" sz="2000" spc="-1" strike="noStrike">
                <a:solidFill>
                  <a:srgbClr val="000000"/>
                </a:solidFill>
                <a:latin typeface="Arial"/>
              </a:rPr>
              <a:t>fr</a:t>
            </a:r>
            <a:r>
              <a:rPr b="0" lang="en-US" sz="2000" spc="-1" strike="noStrike">
                <a:solidFill>
                  <a:srgbClr val="000000"/>
                </a:solidFill>
                <a:latin typeface="Arial"/>
              </a:rPr>
              <a:t>o</a:t>
            </a:r>
            <a:r>
              <a:rPr b="0" lang="en-US" sz="2000" spc="-1" strike="noStrike">
                <a:solidFill>
                  <a:srgbClr val="000000"/>
                </a:solidFill>
                <a:latin typeface="Arial"/>
              </a:rPr>
              <a:t>m </a:t>
            </a:r>
            <a:r>
              <a:rPr b="0" lang="en-US" sz="2000" spc="-1" strike="noStrike">
                <a:solidFill>
                  <a:srgbClr val="000000"/>
                </a:solidFill>
                <a:latin typeface="Arial"/>
              </a:rPr>
              <a:t>th</a:t>
            </a:r>
            <a:r>
              <a:rPr b="0" lang="en-US" sz="2000" spc="-1" strike="noStrike">
                <a:solidFill>
                  <a:srgbClr val="000000"/>
                </a:solidFill>
                <a:latin typeface="Arial"/>
              </a:rPr>
              <a:t>e </a:t>
            </a:r>
            <a:r>
              <a:rPr b="0" lang="en-US" sz="2000" spc="-1" strike="noStrike">
                <a:solidFill>
                  <a:srgbClr val="000000"/>
                </a:solidFill>
                <a:latin typeface="Arial"/>
              </a:rPr>
              <a:t>so</a:t>
            </a:r>
            <a:r>
              <a:rPr b="0" lang="en-US" sz="2000" spc="-1" strike="noStrike">
                <a:solidFill>
                  <a:srgbClr val="000000"/>
                </a:solidFill>
                <a:latin typeface="Arial"/>
              </a:rPr>
              <a:t>rt </a:t>
            </a:r>
            <a:r>
              <a:rPr b="0" lang="en-US" sz="2000" spc="-1" strike="noStrike">
                <a:solidFill>
                  <a:srgbClr val="000000"/>
                </a:solidFill>
                <a:latin typeface="Arial"/>
              </a:rPr>
              <a:t>of </a:t>
            </a:r>
            <a:r>
              <a:rPr b="0" lang="en-US" sz="2000" spc="-1" strike="noStrike">
                <a:solidFill>
                  <a:srgbClr val="000000"/>
                </a:solidFill>
                <a:latin typeface="Arial"/>
              </a:rPr>
              <a:t>st</a:t>
            </a:r>
            <a:r>
              <a:rPr b="0" lang="en-US" sz="2000" spc="-1" strike="noStrike">
                <a:solidFill>
                  <a:srgbClr val="000000"/>
                </a:solidFill>
                <a:latin typeface="Arial"/>
              </a:rPr>
              <a:t>ud</a:t>
            </a:r>
            <a:r>
              <a:rPr b="0" lang="en-US" sz="2000" spc="-1" strike="noStrike">
                <a:solidFill>
                  <a:srgbClr val="000000"/>
                </a:solidFill>
                <a:latin typeface="Arial"/>
              </a:rPr>
              <a:t>en</a:t>
            </a:r>
            <a:r>
              <a:rPr b="0" lang="en-US" sz="2000" spc="-1" strike="noStrike">
                <a:solidFill>
                  <a:srgbClr val="000000"/>
                </a:solidFill>
                <a:latin typeface="Arial"/>
              </a:rPr>
              <a:t>t </a:t>
            </a:r>
            <a:r>
              <a:rPr b="0" lang="en-US" sz="2000" spc="-1" strike="noStrike">
                <a:solidFill>
                  <a:srgbClr val="000000"/>
                </a:solidFill>
                <a:latin typeface="Arial"/>
              </a:rPr>
              <a:t>ch</a:t>
            </a:r>
            <a:r>
              <a:rPr b="0" lang="en-US" sz="2000" spc="-1" strike="noStrike">
                <a:solidFill>
                  <a:srgbClr val="000000"/>
                </a:solidFill>
                <a:latin typeface="Arial"/>
              </a:rPr>
              <a:t>all</a:t>
            </a:r>
            <a:r>
              <a:rPr b="0" lang="en-US" sz="2000" spc="-1" strike="noStrike">
                <a:solidFill>
                  <a:srgbClr val="000000"/>
                </a:solidFill>
                <a:latin typeface="Arial"/>
              </a:rPr>
              <a:t>en</a:t>
            </a:r>
            <a:r>
              <a:rPr b="0" lang="en-US" sz="2000" spc="-1" strike="noStrike">
                <a:solidFill>
                  <a:srgbClr val="000000"/>
                </a:solidFill>
                <a:latin typeface="Arial"/>
              </a:rPr>
              <a:t>ge </a:t>
            </a:r>
            <a:r>
              <a:rPr b="0" lang="en-US" sz="2000" spc="-1" strike="noStrike">
                <a:solidFill>
                  <a:srgbClr val="000000"/>
                </a:solidFill>
                <a:latin typeface="Arial"/>
              </a:rPr>
              <a:t>I </a:t>
            </a:r>
            <a:r>
              <a:rPr b="0" lang="en-US" sz="2000" spc="-1" strike="noStrike">
                <a:solidFill>
                  <a:srgbClr val="000000"/>
                </a:solidFill>
                <a:latin typeface="Arial"/>
              </a:rPr>
              <a:t>w</a:t>
            </a:r>
            <a:r>
              <a:rPr b="0" lang="en-US" sz="2000" spc="-1" strike="noStrike">
                <a:solidFill>
                  <a:srgbClr val="000000"/>
                </a:solidFill>
                <a:latin typeface="Arial"/>
              </a:rPr>
              <a:t>ou</a:t>
            </a:r>
            <a:r>
              <a:rPr b="0" lang="en-US" sz="2000" spc="-1" strike="noStrike">
                <a:solidFill>
                  <a:srgbClr val="000000"/>
                </a:solidFill>
                <a:latin typeface="Arial"/>
              </a:rPr>
              <a:t>ld </a:t>
            </a:r>
            <a:r>
              <a:rPr b="0" lang="en-US" sz="2000" spc="-1" strike="noStrike">
                <a:solidFill>
                  <a:srgbClr val="000000"/>
                </a:solidFill>
                <a:latin typeface="Arial"/>
              </a:rPr>
              <a:t>us</a:t>
            </a:r>
            <a:r>
              <a:rPr b="0" lang="en-US" sz="2000" spc="-1" strike="noStrike">
                <a:solidFill>
                  <a:srgbClr val="000000"/>
                </a:solidFill>
                <a:latin typeface="Arial"/>
              </a:rPr>
              <a:t>e.</a:t>
            </a:r>
            <a:endParaRPr b="0" lang="en-US" sz="2000" spc="-1" strike="noStrike">
              <a:solidFill>
                <a:srgbClr val="000000"/>
              </a:solidFill>
              <a:latin typeface="Arial"/>
            </a:endParaRPr>
          </a:p>
        </p:txBody>
      </p:sp>
      <p:sp>
        <p:nvSpPr>
          <p:cNvPr id="192" name="PlaceHolder 3"/>
          <p:cNvSpPr>
            <a:spLocks noGrp="1"/>
          </p:cNvSpPr>
          <p:nvPr>
            <p:ph type="sldNum" idx="7"/>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6D572B98-1B2C-4BF4-89B7-0B24CD5148BB}"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3" name="PlaceHolder 1"/>
          <p:cNvSpPr>
            <a:spLocks noGrp="1"/>
          </p:cNvSpPr>
          <p:nvPr>
            <p:ph type="sldImg"/>
          </p:nvPr>
        </p:nvSpPr>
        <p:spPr>
          <a:xfrm>
            <a:off x="685800" y="1143000"/>
            <a:ext cx="5486040" cy="3085920"/>
          </a:xfrm>
          <a:prstGeom prst="rect">
            <a:avLst/>
          </a:prstGeom>
          <a:ln w="0">
            <a:noFill/>
          </a:ln>
        </p:spPr>
      </p:sp>
      <p:sp>
        <p:nvSpPr>
          <p:cNvPr id="19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TIME 1:30. Pose the question before revealing the calculations. In this entirely synthetic </a:t>
            </a:r>
            <a:r>
              <a:rPr b="0" lang="en-US" sz="2000" spc="-1" strike="noStrike">
                <a:solidFill>
                  <a:srgbClr val="000000"/>
                </a:solidFill>
                <a:latin typeface="Arial"/>
              </a:rPr>
              <a:t>example, 920 predictions are correct out of 1,000, giving 92 percent accuracy. But only 30 of 100 </a:t>
            </a:r>
            <a:r>
              <a:rPr b="0" lang="en-US" sz="2000" spc="-1" strike="noStrike">
                <a:solidFill>
                  <a:srgbClr val="000000"/>
                </a:solidFill>
                <a:latin typeface="Arial"/>
              </a:rPr>
              <a:t>high-severity cases are identified, so recall is 30 percent. Precision for high severity is 30 divided </a:t>
            </a:r>
            <a:r>
              <a:rPr b="0" lang="en-US" sz="2000" spc="-1" strike="noStrike">
                <a:solidFill>
                  <a:srgbClr val="000000"/>
                </a:solidFill>
                <a:latin typeface="Arial"/>
              </a:rPr>
              <a:t>by 40, or 75 percent. A trivial always-low model would score 90 percent accuracy yet detect no </a:t>
            </a:r>
            <a:r>
              <a:rPr b="0" lang="en-US" sz="2000" spc="-1" strike="noStrike">
                <a:solidFill>
                  <a:srgbClr val="000000"/>
                </a:solidFill>
                <a:latin typeface="Arial"/>
              </a:rPr>
              <a:t>high-severity cases. Students work in pairs to calculate metrics, defend which errors matter, ask </a:t>
            </a:r>
            <a:r>
              <a:rPr b="0" lang="en-US" sz="2000" spc="-1" strike="noStrike">
                <a:solidFill>
                  <a:srgbClr val="000000"/>
                </a:solidFill>
                <a:latin typeface="Arial"/>
              </a:rPr>
              <a:t>about prevalence and calibration, then recommend further validation. Crucially, collision severity </a:t>
            </a:r>
            <a:r>
              <a:rPr b="0" lang="en-US" sz="2000" spc="-1" strike="noStrike">
                <a:solidFill>
                  <a:srgbClr val="000000"/>
                </a:solidFill>
                <a:latin typeface="Arial"/>
              </a:rPr>
              <a:t>may be determined after an incident: this is an analytical exercise, not a claim that we could </a:t>
            </a:r>
            <a:r>
              <a:rPr b="0" lang="en-US" sz="2000" spc="-1" strike="noStrike">
                <a:solidFill>
                  <a:srgbClr val="000000"/>
                </a:solidFill>
                <a:latin typeface="Arial"/>
              </a:rPr>
              <a:t>predict a future crash or deliver real-time preventive action. Transition: how will students with </a:t>
            </a:r>
            <a:r>
              <a:rPr b="0" lang="en-US" sz="2000" spc="-1" strike="noStrike">
                <a:solidFill>
                  <a:srgbClr val="000000"/>
                </a:solidFill>
                <a:latin typeface="Arial"/>
              </a:rPr>
              <a:t>different experience levels engage with this?</a:t>
            </a:r>
            <a:endParaRPr b="0" lang="en-US" sz="2000" spc="-1" strike="noStrike">
              <a:solidFill>
                <a:srgbClr val="000000"/>
              </a:solidFill>
              <a:latin typeface="Arial"/>
            </a:endParaRPr>
          </a:p>
        </p:txBody>
      </p:sp>
      <p:sp>
        <p:nvSpPr>
          <p:cNvPr id="195" name="PlaceHolder 3"/>
          <p:cNvSpPr>
            <a:spLocks noGrp="1"/>
          </p:cNvSpPr>
          <p:nvPr>
            <p:ph type="sldNum" idx="8"/>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2F262361-6BF3-4868-B01C-96BCCC3DD103}"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6" name="PlaceHolder 1"/>
          <p:cNvSpPr>
            <a:spLocks noGrp="1"/>
          </p:cNvSpPr>
          <p:nvPr>
            <p:ph type="sldImg"/>
          </p:nvPr>
        </p:nvSpPr>
        <p:spPr>
          <a:xfrm>
            <a:off x="685800" y="1143000"/>
            <a:ext cx="5486040" cy="3085920"/>
          </a:xfrm>
          <a:prstGeom prst="rect">
            <a:avLst/>
          </a:prstGeom>
          <a:ln w="0">
            <a:noFill/>
          </a:ln>
        </p:spPr>
      </p:sp>
      <p:sp>
        <p:nvSpPr>
          <p:cNvPr id="19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TIME 1:10. Level 7 cohorts may include experienced developers and students transferring from quantitative or other disciplines. I start with a diagnostic concept check, provide annotated notebooks, glossary, accessible datasets, and code alternatives where feasible. During labs I combine a short live worked example with pair discussion and formative checkpoints. Novices receive structured starter code while advanced students investigate calibration, class weights or validation stability. Every student is still required to justify design decisions and limitations. I would follow accessible design and student support procedures. I would also explicitly teach appropriate disclosure and verification of AI-assisted code. Transition: assessment must show that the learning goals have actually been achieved.</a:t>
            </a:r>
            <a:endParaRPr b="0" lang="en-US" sz="2000" spc="-1" strike="noStrike">
              <a:solidFill>
                <a:srgbClr val="000000"/>
              </a:solidFill>
              <a:latin typeface="Arial"/>
            </a:endParaRPr>
          </a:p>
        </p:txBody>
      </p:sp>
      <p:sp>
        <p:nvSpPr>
          <p:cNvPr id="198" name="PlaceHolder 3"/>
          <p:cNvSpPr>
            <a:spLocks noGrp="1"/>
          </p:cNvSpPr>
          <p:nvPr>
            <p:ph type="sldNum" idx="9"/>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D190C290-346B-4613-B6AA-D6D3FACFBF59}"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9" name="PlaceHolder 1"/>
          <p:cNvSpPr>
            <a:spLocks noGrp="1"/>
          </p:cNvSpPr>
          <p:nvPr>
            <p:ph type="sldImg"/>
          </p:nvPr>
        </p:nvSpPr>
        <p:spPr>
          <a:xfrm>
            <a:off x="685800" y="1143000"/>
            <a:ext cx="5486040" cy="3085920"/>
          </a:xfrm>
          <a:prstGeom prst="rect">
            <a:avLst/>
          </a:prstGeom>
          <a:ln w="0">
            <a:noFill/>
          </a:ln>
        </p:spPr>
      </p:sp>
      <p:sp>
        <p:nvSpPr>
          <p:cNvPr id="20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TIME 1:55. Formative assessment happens throughout the pathway: validation checks, peer explanations and feedback on assumptions, not just polished output. The authentic culmination is a reproducible analysis notebook and a brief written for a road-safety decision-maker. I would align activities and evidence with the current approved module learning outcomes and assessment regulations, rather than assume the authority to alter assessed components. Marking criteria should reward data integrity, justification, robustness, reproducibility, ethical interpretation and communication. Be explicit: we are not claiming causality from observational patterns. End: My goal is not merely to teach tools; it is to help students produce trustworthy analysis and defend the decisions built upon it. The final line is the take-home message. Finish within ten minutes.</a:t>
            </a:r>
            <a:endParaRPr b="0" lang="en-US" sz="2000" spc="-1" strike="noStrike">
              <a:solidFill>
                <a:srgbClr val="000000"/>
              </a:solidFill>
              <a:latin typeface="Arial"/>
            </a:endParaRPr>
          </a:p>
        </p:txBody>
      </p:sp>
      <p:sp>
        <p:nvSpPr>
          <p:cNvPr id="201" name="PlaceHolder 3"/>
          <p:cNvSpPr>
            <a:spLocks noGrp="1"/>
          </p:cNvSpPr>
          <p:nvPr>
            <p:ph type="sldNum" idx="10"/>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5F7FDAD1-3E34-4B5C-9833-FD504B624489}"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r>
              <a:rPr b="0" lang="en-US" sz="1800" spc="-1" strike="noStrike">
                <a:solidFill>
                  <a:schemeClr val="dk1"/>
                </a:solidFill>
                <a:latin typeface="Aptos"/>
              </a:rPr>
              <a:t>Click to edit the title text format</a:t>
            </a:r>
            <a:endParaRPr b="0" lang="en-US" sz="1800" spc="-1" strike="noStrike">
              <a:solidFill>
                <a:schemeClr val="dk1"/>
              </a:solidFill>
              <a:latin typeface="Aptos"/>
            </a:endParaRPr>
          </a:p>
        </p:txBody>
      </p:sp>
      <p:sp>
        <p:nvSpPr>
          <p:cNvPr id="1"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Aptos"/>
              </a:rPr>
              <a:t>Click to edit the outline text format</a:t>
            </a:r>
            <a:endParaRPr b="0" lang="en-US" sz="3200" spc="-1" strike="noStrike">
              <a:solidFill>
                <a:schemeClr val="dk1"/>
              </a:solidFill>
              <a:latin typeface="Aptos"/>
            </a:endParaRPr>
          </a:p>
          <a:p>
            <a:pPr lvl="1" marL="864000" indent="-324000">
              <a:spcBef>
                <a:spcPts val="1134"/>
              </a:spcBef>
              <a:buClr>
                <a:srgbClr val="000000"/>
              </a:buClr>
              <a:buSzPct val="75000"/>
              <a:buFont typeface="Symbol" charset="2"/>
              <a:buChar char=""/>
            </a:pPr>
            <a:r>
              <a:rPr b="0" lang="en-US" sz="2400" spc="-1" strike="noStrike">
                <a:solidFill>
                  <a:schemeClr val="dk1"/>
                </a:solidFill>
                <a:latin typeface="Aptos"/>
              </a:rPr>
              <a:t>Second Outline Level</a:t>
            </a:r>
            <a:endParaRPr b="0" lang="en-US" sz="2400" spc="-1" strike="noStrike">
              <a:solidFill>
                <a:schemeClr val="dk1"/>
              </a:solidFill>
              <a:latin typeface="Aptos"/>
            </a:endParaRPr>
          </a:p>
          <a:p>
            <a:pPr lvl="2" marL="1296000" indent="-288000">
              <a:spcBef>
                <a:spcPts val="850"/>
              </a:spcBef>
              <a:buClr>
                <a:srgbClr val="000000"/>
              </a:buClr>
              <a:buSzPct val="45000"/>
              <a:buFont typeface="Wingdings" charset="2"/>
              <a:buChar char=""/>
            </a:pPr>
            <a:r>
              <a:rPr b="0" lang="en-US" sz="2000" spc="-1" strike="noStrike">
                <a:solidFill>
                  <a:schemeClr val="dk1"/>
                </a:solidFill>
                <a:latin typeface="Aptos"/>
              </a:rPr>
              <a:t>Third Outline Level</a:t>
            </a:r>
            <a:endParaRPr b="0" lang="en-US" sz="2000" spc="-1" strike="noStrike">
              <a:solidFill>
                <a:schemeClr val="dk1"/>
              </a:solidFill>
              <a:latin typeface="Aptos"/>
            </a:endParaRPr>
          </a:p>
          <a:p>
            <a:pPr lvl="3" marL="1728000" indent="-216000">
              <a:spcBef>
                <a:spcPts val="567"/>
              </a:spcBef>
              <a:buClr>
                <a:srgbClr val="000000"/>
              </a:buClr>
              <a:buSzPct val="75000"/>
              <a:buFont typeface="Symbol" charset="2"/>
              <a:buChar char=""/>
            </a:pPr>
            <a:r>
              <a:rPr b="0" lang="en-US" sz="2000" spc="-1" strike="noStrike">
                <a:solidFill>
                  <a:schemeClr val="dk1"/>
                </a:solidFill>
                <a:latin typeface="Aptos"/>
              </a:rPr>
              <a:t>Fourth Outline Level</a:t>
            </a:r>
            <a:endParaRPr b="0" lang="en-US" sz="2000" spc="-1" strike="noStrike">
              <a:solidFill>
                <a:schemeClr val="dk1"/>
              </a:solidFill>
              <a:latin typeface="Aptos"/>
            </a:endParaRPr>
          </a:p>
          <a:p>
            <a:pPr lvl="4" marL="2160000" indent="-216000">
              <a:spcBef>
                <a:spcPts val="283"/>
              </a:spcBef>
              <a:buClr>
                <a:srgbClr val="000000"/>
              </a:buClr>
              <a:buSzPct val="45000"/>
              <a:buFont typeface="Wingdings" charset="2"/>
              <a:buChar char=""/>
            </a:pPr>
            <a:r>
              <a:rPr b="0" lang="en-US" sz="2000" spc="-1" strike="noStrike">
                <a:solidFill>
                  <a:schemeClr val="dk1"/>
                </a:solidFill>
                <a:latin typeface="Aptos"/>
              </a:rPr>
              <a:t>Fifth Outline Level</a:t>
            </a:r>
            <a:endParaRPr b="0" lang="en-US" sz="2000" spc="-1" strike="noStrike">
              <a:solidFill>
                <a:schemeClr val="dk1"/>
              </a:solidFill>
              <a:latin typeface="Aptos"/>
            </a:endParaRPr>
          </a:p>
          <a:p>
            <a:pPr lvl="5" marL="2592000" indent="-216000">
              <a:spcBef>
                <a:spcPts val="283"/>
              </a:spcBef>
              <a:buClr>
                <a:srgbClr val="000000"/>
              </a:buClr>
              <a:buSzPct val="45000"/>
              <a:buFont typeface="Wingdings" charset="2"/>
              <a:buChar char=""/>
            </a:pPr>
            <a:r>
              <a:rPr b="0" lang="en-US" sz="2000" spc="-1" strike="noStrike">
                <a:solidFill>
                  <a:schemeClr val="dk1"/>
                </a:solidFill>
                <a:latin typeface="Aptos"/>
              </a:rPr>
              <a:t>Sixth Outline Level</a:t>
            </a:r>
            <a:endParaRPr b="0" lang="en-US" sz="2000" spc="-1" strike="noStrike">
              <a:solidFill>
                <a:schemeClr val="dk1"/>
              </a:solidFill>
              <a:latin typeface="Aptos"/>
            </a:endParaRPr>
          </a:p>
          <a:p>
            <a:pPr lvl="6" marL="3024000" indent="-216000">
              <a:spcBef>
                <a:spcPts val="283"/>
              </a:spcBef>
              <a:buClr>
                <a:srgbClr val="000000"/>
              </a:buClr>
              <a:buSzPct val="45000"/>
              <a:buFont typeface="Wingdings" charset="2"/>
              <a:buChar char=""/>
            </a:pPr>
            <a:r>
              <a:rPr b="0" lang="en-US" sz="2000" spc="-1" strike="noStrike">
                <a:solidFill>
                  <a:schemeClr val="dk1"/>
                </a:solidFill>
                <a:latin typeface="Aptos"/>
              </a:rPr>
              <a:t>Seventh Outline Level</a:t>
            </a:r>
            <a:endParaRPr b="0" lang="en-US" sz="2000" spc="-1" strike="noStrike">
              <a:solidFill>
                <a:schemeClr val="dk1"/>
              </a:solidFill>
              <a:latin typeface="Aptos"/>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1f35"/>
        </a:solidFill>
      </p:bgPr>
    </p:bg>
    <p:spTree>
      <p:nvGrpSpPr>
        <p:cNvPr id="1" name=""/>
        <p:cNvGrpSpPr/>
        <p:nvPr/>
      </p:nvGrpSpPr>
      <p:grpSpPr>
        <a:xfrm>
          <a:off x="0" y="0"/>
          <a:ext cx="0" cy="0"/>
          <a:chOff x="0" y="0"/>
          <a:chExt cx="0" cy="0"/>
        </a:xfrm>
      </p:grpSpPr>
      <p:sp>
        <p:nvSpPr>
          <p:cNvPr id="8" name="Shape 0"/>
          <p:cNvSpPr/>
          <p:nvPr/>
        </p:nvSpPr>
        <p:spPr>
          <a:xfrm>
            <a:off x="0" y="0"/>
            <a:ext cx="164160" cy="6857640"/>
          </a:xfrm>
          <a:prstGeom prst="rect">
            <a:avLst/>
          </a:prstGeom>
          <a:solidFill>
            <a:srgbClr val="047e83"/>
          </a:solidFill>
          <a:ln w="12700">
            <a:solidFill>
              <a:srgbClr val="047e83">
                <a:alpha val="0"/>
              </a:srgbClr>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9" name="Text 1"/>
          <p:cNvSpPr/>
          <p:nvPr/>
        </p:nvSpPr>
        <p:spPr>
          <a:xfrm>
            <a:off x="713160" y="1033200"/>
            <a:ext cx="10515240" cy="1554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900" spc="-1" strike="noStrike">
                <a:solidFill>
                  <a:srgbClr val="ffffff"/>
                </a:solidFill>
                <a:latin typeface="Aptos"/>
                <a:ea typeface="Aptos"/>
              </a:rPr>
              <a:t>FROM LECTURE TO LAPTOP PRACTICAL LABS</a:t>
            </a:r>
            <a:endParaRPr b="0" lang="en-US" sz="3900" spc="-1" strike="noStrike">
              <a:solidFill>
                <a:srgbClr val="ffffff"/>
              </a:solidFill>
              <a:latin typeface="Arial"/>
            </a:endParaRPr>
          </a:p>
        </p:txBody>
      </p:sp>
      <p:sp>
        <p:nvSpPr>
          <p:cNvPr id="10" name="Text 2"/>
          <p:cNvSpPr/>
          <p:nvPr/>
        </p:nvSpPr>
        <p:spPr>
          <a:xfrm>
            <a:off x="914400" y="4273200"/>
            <a:ext cx="10515240" cy="548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2200" spc="-1" strike="noStrike">
                <a:solidFill>
                  <a:srgbClr val="bee1e4"/>
                </a:solidFill>
                <a:latin typeface="Aptos"/>
                <a:ea typeface="Aptos"/>
              </a:rPr>
              <a:t>PhD. Jorge Sánchez</a:t>
            </a:r>
            <a:endParaRPr b="0" lang="en-US" sz="2200" spc="-1" strike="noStrike">
              <a:solidFill>
                <a:srgbClr val="ffffff"/>
              </a:solidFill>
              <a:latin typeface="Arial"/>
            </a:endParaRPr>
          </a:p>
        </p:txBody>
      </p:sp>
      <p:sp>
        <p:nvSpPr>
          <p:cNvPr id="11" name="Shape 3"/>
          <p:cNvSpPr/>
          <p:nvPr/>
        </p:nvSpPr>
        <p:spPr>
          <a:xfrm>
            <a:off x="749880" y="2860920"/>
            <a:ext cx="9984960" cy="1078560"/>
          </a:xfrm>
          <a:prstGeom prst="roundRect">
            <a:avLst>
              <a:gd name="adj" fmla="val 13559"/>
            </a:avLst>
          </a:prstGeom>
          <a:solidFill>
            <a:srgbClr val="20384e"/>
          </a:solidFill>
          <a:ln w="12700">
            <a:solidFill>
              <a:srgbClr val="20384e">
                <a:alpha val="0"/>
              </a:srgbClr>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2" name="Text 4"/>
          <p:cNvSpPr/>
          <p:nvPr/>
        </p:nvSpPr>
        <p:spPr>
          <a:xfrm>
            <a:off x="941760" y="3162960"/>
            <a:ext cx="9646560" cy="411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700" spc="-1" strike="noStrike">
                <a:solidFill>
                  <a:srgbClr val="ffffff"/>
                </a:solidFill>
                <a:latin typeface="Aptos"/>
                <a:ea typeface="Aptos"/>
              </a:rPr>
              <a:t>Six connected labs  •  CRISP-DM  •  Python / R  •  Critical evaluation</a:t>
            </a:r>
            <a:endParaRPr b="0" lang="en-US" sz="17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 name="Shape 0"/>
          <p:cNvSpPr/>
          <p:nvPr/>
        </p:nvSpPr>
        <p:spPr>
          <a:xfrm>
            <a:off x="0" y="0"/>
            <a:ext cx="12188520" cy="164160"/>
          </a:xfrm>
          <a:prstGeom prst="rect">
            <a:avLst/>
          </a:prstGeom>
          <a:solidFill>
            <a:srgbClr val="047e83"/>
          </a:solidFill>
          <a:ln w="12700">
            <a:solidFill>
              <a:srgbClr val="047e83">
                <a:alpha val="0"/>
              </a:srgbClr>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4" name="Text 1"/>
          <p:cNvSpPr/>
          <p:nvPr/>
        </p:nvSpPr>
        <p:spPr>
          <a:xfrm>
            <a:off x="594360" y="402480"/>
            <a:ext cx="11018160" cy="511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800" spc="-1" strike="noStrike">
                <a:solidFill>
                  <a:srgbClr val="101f35"/>
                </a:solidFill>
                <a:latin typeface="Aptos"/>
                <a:ea typeface="Aptos"/>
              </a:rPr>
              <a:t>Learning Outcomes</a:t>
            </a:r>
            <a:endParaRPr b="0" lang="en-US" sz="2800" spc="-1" strike="noStrike">
              <a:solidFill>
                <a:srgbClr val="000000"/>
              </a:solidFill>
              <a:latin typeface="Arial"/>
            </a:endParaRPr>
          </a:p>
        </p:txBody>
      </p:sp>
      <p:sp>
        <p:nvSpPr>
          <p:cNvPr id="15" name="Text 2"/>
          <p:cNvSpPr/>
          <p:nvPr/>
        </p:nvSpPr>
        <p:spPr>
          <a:xfrm>
            <a:off x="603360" y="978480"/>
            <a:ext cx="1097244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endParaRPr b="0" lang="en-US" sz="1800" spc="-1" strike="noStrike">
              <a:solidFill>
                <a:srgbClr val="000000"/>
              </a:solidFill>
              <a:latin typeface="Arial"/>
            </a:endParaRPr>
          </a:p>
        </p:txBody>
      </p:sp>
      <p:sp>
        <p:nvSpPr>
          <p:cNvPr id="16" name="Shape 3"/>
          <p:cNvSpPr/>
          <p:nvPr/>
        </p:nvSpPr>
        <p:spPr>
          <a:xfrm>
            <a:off x="594360" y="6464880"/>
            <a:ext cx="11009160" cy="13320"/>
          </a:xfrm>
          <a:prstGeom prst="rect">
            <a:avLst/>
          </a:prstGeom>
          <a:solidFill>
            <a:srgbClr val="dce6ec"/>
          </a:solidFill>
          <a:ln w="12700">
            <a:solidFill>
              <a:srgbClr val="dce6ec">
                <a:alpha val="0"/>
              </a:srgbClr>
            </a:solidFill>
            <a:round/>
          </a:ln>
        </p:spPr>
        <p:style>
          <a:lnRef idx="0"/>
          <a:fillRef idx="0"/>
          <a:effectRef idx="0"/>
          <a:fontRef idx="minor"/>
        </p:style>
        <p:txBody>
          <a:bodyPr lIns="90000" rIns="90000" tIns="-31320" bIns="-31320" anchor="t">
            <a:noAutofit/>
          </a:bodyPr>
          <a:p>
            <a:endParaRPr b="0" lang="en-US" sz="1800" spc="-1" strike="noStrike">
              <a:solidFill>
                <a:srgbClr val="000000"/>
              </a:solidFill>
              <a:latin typeface="Arial"/>
            </a:endParaRPr>
          </a:p>
        </p:txBody>
      </p:sp>
      <p:sp>
        <p:nvSpPr>
          <p:cNvPr id="17" name="Text 4"/>
          <p:cNvSpPr/>
          <p:nvPr/>
        </p:nvSpPr>
        <p:spPr>
          <a:xfrm>
            <a:off x="594360" y="6528960"/>
            <a:ext cx="9143640" cy="164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00" spc="-1" strike="noStrike">
                <a:solidFill>
                  <a:srgbClr val="66778a"/>
                </a:solidFill>
                <a:latin typeface="Aptos"/>
                <a:ea typeface="Aptos"/>
              </a:rPr>
              <a:t>LEVEL 7  •  DATA ANALYTICS: TOOLS &amp; TECHNIQUES</a:t>
            </a:r>
            <a:endParaRPr b="0" lang="en-US" sz="900" spc="-1" strike="noStrike">
              <a:solidFill>
                <a:srgbClr val="000000"/>
              </a:solidFill>
              <a:latin typeface="Arial"/>
            </a:endParaRPr>
          </a:p>
        </p:txBody>
      </p:sp>
      <p:sp>
        <p:nvSpPr>
          <p:cNvPr id="18" name="Text 5"/>
          <p:cNvSpPr/>
          <p:nvPr/>
        </p:nvSpPr>
        <p:spPr>
          <a:xfrm>
            <a:off x="11064240" y="6510600"/>
            <a:ext cx="493560" cy="18252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1000" spc="-1" strike="noStrike">
                <a:solidFill>
                  <a:srgbClr val="66778a"/>
                </a:solidFill>
                <a:latin typeface="Aptos"/>
                <a:ea typeface="Aptos"/>
              </a:rPr>
              <a:t>02</a:t>
            </a:r>
            <a:endParaRPr b="0" lang="en-US" sz="1000" spc="-1" strike="noStrike">
              <a:solidFill>
                <a:srgbClr val="000000"/>
              </a:solidFill>
              <a:latin typeface="Arial"/>
            </a:endParaRPr>
          </a:p>
        </p:txBody>
      </p:sp>
      <p:sp>
        <p:nvSpPr>
          <p:cNvPr id="19" name="Shape 6"/>
          <p:cNvSpPr/>
          <p:nvPr/>
        </p:nvSpPr>
        <p:spPr>
          <a:xfrm>
            <a:off x="667440" y="1554480"/>
            <a:ext cx="10835280" cy="795240"/>
          </a:xfrm>
          <a:prstGeom prst="roundRect">
            <a:avLst>
              <a:gd name="adj" fmla="val 18391"/>
            </a:avLst>
          </a:prstGeom>
          <a:solidFill>
            <a:srgbClr val="f5f8fa"/>
          </a:solidFill>
          <a:ln w="12700">
            <a:solidFill>
              <a:srgbClr val="f5f8fa">
                <a:alpha val="0"/>
              </a:srgbClr>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0" name="Shape 7"/>
          <p:cNvSpPr/>
          <p:nvPr/>
        </p:nvSpPr>
        <p:spPr>
          <a:xfrm>
            <a:off x="887040" y="1764720"/>
            <a:ext cx="1362240" cy="328680"/>
          </a:xfrm>
          <a:prstGeom prst="roundRect">
            <a:avLst>
              <a:gd name="adj" fmla="val 44444"/>
            </a:avLst>
          </a:prstGeom>
          <a:solidFill>
            <a:srgbClr val="047e83"/>
          </a:solidFill>
          <a:ln w="12700">
            <a:solidFill>
              <a:srgbClr val="047e83">
                <a:alpha val="0"/>
              </a:srgbClr>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1" name="Text 8"/>
          <p:cNvSpPr/>
          <p:nvPr/>
        </p:nvSpPr>
        <p:spPr>
          <a:xfrm>
            <a:off x="960120" y="1792080"/>
            <a:ext cx="1215720" cy="264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 strike="noStrike">
                <a:solidFill>
                  <a:srgbClr val="ffffff"/>
                </a:solidFill>
                <a:latin typeface="Aptos"/>
                <a:ea typeface="Aptos"/>
              </a:rPr>
              <a:t>FRAME</a:t>
            </a:r>
            <a:endParaRPr b="0" lang="en-US" sz="1100" spc="-1" strike="noStrike">
              <a:solidFill>
                <a:srgbClr val="000000"/>
              </a:solidFill>
              <a:latin typeface="Arial"/>
            </a:endParaRPr>
          </a:p>
        </p:txBody>
      </p:sp>
      <p:sp>
        <p:nvSpPr>
          <p:cNvPr id="22" name="Text 9"/>
          <p:cNvSpPr/>
          <p:nvPr/>
        </p:nvSpPr>
        <p:spPr>
          <a:xfrm>
            <a:off x="2514600" y="1700640"/>
            <a:ext cx="8549280" cy="5209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900" spc="-1" strike="noStrike">
                <a:solidFill>
                  <a:srgbClr val="1d304b"/>
                </a:solidFill>
                <a:latin typeface="Aptos"/>
                <a:ea typeface="Aptos"/>
              </a:rPr>
              <a:t>Translate a public-safety question into measurable analytical objectives</a:t>
            </a:r>
            <a:endParaRPr b="0" lang="en-US" sz="1900" spc="-1" strike="noStrike">
              <a:solidFill>
                <a:srgbClr val="000000"/>
              </a:solidFill>
              <a:latin typeface="Arial"/>
            </a:endParaRPr>
          </a:p>
        </p:txBody>
      </p:sp>
      <p:sp>
        <p:nvSpPr>
          <p:cNvPr id="23" name="Shape 10"/>
          <p:cNvSpPr/>
          <p:nvPr/>
        </p:nvSpPr>
        <p:spPr>
          <a:xfrm>
            <a:off x="667440" y="2569320"/>
            <a:ext cx="10835280" cy="795240"/>
          </a:xfrm>
          <a:prstGeom prst="roundRect">
            <a:avLst>
              <a:gd name="adj" fmla="val 18391"/>
            </a:avLst>
          </a:prstGeom>
          <a:solidFill>
            <a:srgbClr val="eff5f8"/>
          </a:solidFill>
          <a:ln w="12700">
            <a:solidFill>
              <a:srgbClr val="eff5f8">
                <a:alpha val="0"/>
              </a:srgbClr>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4" name="Shape 11"/>
          <p:cNvSpPr/>
          <p:nvPr/>
        </p:nvSpPr>
        <p:spPr>
          <a:xfrm>
            <a:off x="887040" y="2779920"/>
            <a:ext cx="1362240" cy="328680"/>
          </a:xfrm>
          <a:prstGeom prst="roundRect">
            <a:avLst>
              <a:gd name="adj" fmla="val 44444"/>
            </a:avLst>
          </a:prstGeom>
          <a:solidFill>
            <a:srgbClr val="047e83"/>
          </a:solidFill>
          <a:ln w="12700">
            <a:solidFill>
              <a:srgbClr val="047e83">
                <a:alpha val="0"/>
              </a:srgbClr>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5" name="Text 12"/>
          <p:cNvSpPr/>
          <p:nvPr/>
        </p:nvSpPr>
        <p:spPr>
          <a:xfrm>
            <a:off x="960120" y="2807280"/>
            <a:ext cx="1215720" cy="264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 strike="noStrike">
                <a:solidFill>
                  <a:srgbClr val="ffffff"/>
                </a:solidFill>
                <a:latin typeface="Aptos"/>
                <a:ea typeface="Aptos"/>
              </a:rPr>
              <a:t>BUILD</a:t>
            </a:r>
            <a:endParaRPr b="0" lang="en-US" sz="1100" spc="-1" strike="noStrike">
              <a:solidFill>
                <a:srgbClr val="000000"/>
              </a:solidFill>
              <a:latin typeface="Arial"/>
            </a:endParaRPr>
          </a:p>
        </p:txBody>
      </p:sp>
      <p:sp>
        <p:nvSpPr>
          <p:cNvPr id="26" name="Text 13"/>
          <p:cNvSpPr/>
          <p:nvPr/>
        </p:nvSpPr>
        <p:spPr>
          <a:xfrm>
            <a:off x="2514600" y="2715840"/>
            <a:ext cx="8549280" cy="5209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900" spc="-1" strike="noStrike">
                <a:solidFill>
                  <a:srgbClr val="1d304b"/>
                </a:solidFill>
                <a:latin typeface="Aptos"/>
                <a:ea typeface="Aptos"/>
              </a:rPr>
              <a:t>Prepare and analyse reproducible datasets using suitable tools</a:t>
            </a:r>
            <a:endParaRPr b="0" lang="en-US" sz="1900" spc="-1" strike="noStrike">
              <a:solidFill>
                <a:srgbClr val="000000"/>
              </a:solidFill>
              <a:latin typeface="Arial"/>
            </a:endParaRPr>
          </a:p>
        </p:txBody>
      </p:sp>
      <p:sp>
        <p:nvSpPr>
          <p:cNvPr id="27" name="Shape 14"/>
          <p:cNvSpPr/>
          <p:nvPr/>
        </p:nvSpPr>
        <p:spPr>
          <a:xfrm>
            <a:off x="667440" y="3584520"/>
            <a:ext cx="10835280" cy="795240"/>
          </a:xfrm>
          <a:prstGeom prst="roundRect">
            <a:avLst>
              <a:gd name="adj" fmla="val 18391"/>
            </a:avLst>
          </a:prstGeom>
          <a:solidFill>
            <a:srgbClr val="f5f8fa"/>
          </a:solidFill>
          <a:ln w="12700">
            <a:solidFill>
              <a:srgbClr val="f5f8fa">
                <a:alpha val="0"/>
              </a:srgbClr>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8" name="Shape 15"/>
          <p:cNvSpPr/>
          <p:nvPr/>
        </p:nvSpPr>
        <p:spPr>
          <a:xfrm>
            <a:off x="887040" y="3794760"/>
            <a:ext cx="1362240" cy="328680"/>
          </a:xfrm>
          <a:prstGeom prst="roundRect">
            <a:avLst>
              <a:gd name="adj" fmla="val 44444"/>
            </a:avLst>
          </a:prstGeom>
          <a:solidFill>
            <a:srgbClr val="2e6cb7"/>
          </a:solidFill>
          <a:ln w="12700">
            <a:solidFill>
              <a:srgbClr val="2e6cb7">
                <a:alpha val="0"/>
              </a:srgbClr>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9" name="Text 16"/>
          <p:cNvSpPr/>
          <p:nvPr/>
        </p:nvSpPr>
        <p:spPr>
          <a:xfrm>
            <a:off x="960120" y="3822120"/>
            <a:ext cx="1215720" cy="264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 strike="noStrike">
                <a:solidFill>
                  <a:srgbClr val="ffffff"/>
                </a:solidFill>
                <a:latin typeface="Aptos"/>
                <a:ea typeface="Aptos"/>
              </a:rPr>
              <a:t>CRITIQUE</a:t>
            </a:r>
            <a:endParaRPr b="0" lang="en-US" sz="1100" spc="-1" strike="noStrike">
              <a:solidFill>
                <a:srgbClr val="000000"/>
              </a:solidFill>
              <a:latin typeface="Arial"/>
            </a:endParaRPr>
          </a:p>
        </p:txBody>
      </p:sp>
      <p:sp>
        <p:nvSpPr>
          <p:cNvPr id="30" name="Text 17"/>
          <p:cNvSpPr/>
          <p:nvPr/>
        </p:nvSpPr>
        <p:spPr>
          <a:xfrm>
            <a:off x="2514600" y="3730680"/>
            <a:ext cx="8549280" cy="5209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900" spc="-1" strike="noStrike">
                <a:solidFill>
                  <a:srgbClr val="1d304b"/>
                </a:solidFill>
                <a:latin typeface="Aptos"/>
                <a:ea typeface="Aptos"/>
              </a:rPr>
              <a:t>Justify methods, test assumptions and assess uncertainty</a:t>
            </a:r>
            <a:endParaRPr b="0" lang="en-US" sz="1900" spc="-1" strike="noStrike">
              <a:solidFill>
                <a:srgbClr val="000000"/>
              </a:solidFill>
              <a:latin typeface="Arial"/>
            </a:endParaRPr>
          </a:p>
        </p:txBody>
      </p:sp>
      <p:sp>
        <p:nvSpPr>
          <p:cNvPr id="31" name="Shape 18"/>
          <p:cNvSpPr/>
          <p:nvPr/>
        </p:nvSpPr>
        <p:spPr>
          <a:xfrm>
            <a:off x="667440" y="4599360"/>
            <a:ext cx="10835280" cy="795240"/>
          </a:xfrm>
          <a:prstGeom prst="roundRect">
            <a:avLst>
              <a:gd name="adj" fmla="val 18391"/>
            </a:avLst>
          </a:prstGeom>
          <a:solidFill>
            <a:srgbClr val="eff5f8"/>
          </a:solidFill>
          <a:ln w="12700">
            <a:solidFill>
              <a:srgbClr val="eff5f8">
                <a:alpha val="0"/>
              </a:srgbClr>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2" name="Shape 19"/>
          <p:cNvSpPr/>
          <p:nvPr/>
        </p:nvSpPr>
        <p:spPr>
          <a:xfrm>
            <a:off x="887040" y="4809600"/>
            <a:ext cx="1362240" cy="328680"/>
          </a:xfrm>
          <a:prstGeom prst="roundRect">
            <a:avLst>
              <a:gd name="adj" fmla="val 44444"/>
            </a:avLst>
          </a:prstGeom>
          <a:solidFill>
            <a:srgbClr val="047e83"/>
          </a:solidFill>
          <a:ln w="12700">
            <a:solidFill>
              <a:srgbClr val="047e83">
                <a:alpha val="0"/>
              </a:srgbClr>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3" name="Text 20"/>
          <p:cNvSpPr/>
          <p:nvPr/>
        </p:nvSpPr>
        <p:spPr>
          <a:xfrm>
            <a:off x="960120" y="4837320"/>
            <a:ext cx="1215720" cy="264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 strike="noStrike">
                <a:solidFill>
                  <a:srgbClr val="ffffff"/>
                </a:solidFill>
                <a:latin typeface="Aptos"/>
                <a:ea typeface="Aptos"/>
              </a:rPr>
              <a:t>COMMUNICATE</a:t>
            </a:r>
            <a:endParaRPr b="0" lang="en-US" sz="1100" spc="-1" strike="noStrike">
              <a:solidFill>
                <a:srgbClr val="000000"/>
              </a:solidFill>
              <a:latin typeface="Arial"/>
            </a:endParaRPr>
          </a:p>
        </p:txBody>
      </p:sp>
      <p:sp>
        <p:nvSpPr>
          <p:cNvPr id="34" name="Text 21"/>
          <p:cNvSpPr/>
          <p:nvPr/>
        </p:nvSpPr>
        <p:spPr>
          <a:xfrm>
            <a:off x="2514600" y="4745880"/>
            <a:ext cx="8549280" cy="5209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900" spc="-1" strike="noStrike">
                <a:solidFill>
                  <a:srgbClr val="1d304b"/>
                </a:solidFill>
                <a:latin typeface="Aptos"/>
                <a:ea typeface="Aptos"/>
              </a:rPr>
              <a:t>Present qualified recommendations to technical and non-technical audiences</a:t>
            </a:r>
            <a:endParaRPr b="0" lang="en-US" sz="1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5" name="Shape 0"/>
          <p:cNvSpPr/>
          <p:nvPr/>
        </p:nvSpPr>
        <p:spPr>
          <a:xfrm>
            <a:off x="0" y="0"/>
            <a:ext cx="12188520" cy="164160"/>
          </a:xfrm>
          <a:prstGeom prst="rect">
            <a:avLst/>
          </a:prstGeom>
          <a:solidFill>
            <a:srgbClr val="047e83"/>
          </a:solidFill>
          <a:ln w="12700">
            <a:solidFill>
              <a:srgbClr val="047e83">
                <a:alpha val="0"/>
              </a:srgbClr>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6" name="Text 1"/>
          <p:cNvSpPr/>
          <p:nvPr/>
        </p:nvSpPr>
        <p:spPr>
          <a:xfrm>
            <a:off x="594360" y="402480"/>
            <a:ext cx="11018160" cy="511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800" spc="-1" strike="noStrike">
                <a:solidFill>
                  <a:srgbClr val="101f35"/>
                </a:solidFill>
                <a:latin typeface="Aptos"/>
                <a:ea typeface="Aptos"/>
              </a:rPr>
              <a:t>Can Data Analytics make our roads safer?</a:t>
            </a:r>
            <a:endParaRPr b="0" lang="en-US" sz="2800" spc="-1" strike="noStrike">
              <a:solidFill>
                <a:srgbClr val="000000"/>
              </a:solidFill>
              <a:latin typeface="Arial"/>
            </a:endParaRPr>
          </a:p>
        </p:txBody>
      </p:sp>
      <p:sp>
        <p:nvSpPr>
          <p:cNvPr id="37" name="Text 2"/>
          <p:cNvSpPr/>
          <p:nvPr/>
        </p:nvSpPr>
        <p:spPr>
          <a:xfrm>
            <a:off x="603360" y="978480"/>
            <a:ext cx="1097244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400" spc="-1" strike="noStrike">
                <a:solidFill>
                  <a:srgbClr val="66778a"/>
                </a:solidFill>
                <a:latin typeface="Aptos"/>
                <a:ea typeface="Aptos"/>
              </a:rPr>
              <a:t>Department for Transport STATS19: collision, vehicle and casualty records</a:t>
            </a:r>
            <a:endParaRPr b="0" lang="en-US" sz="1400" spc="-1" strike="noStrike">
              <a:solidFill>
                <a:srgbClr val="000000"/>
              </a:solidFill>
              <a:latin typeface="Arial"/>
            </a:endParaRPr>
          </a:p>
        </p:txBody>
      </p:sp>
      <p:sp>
        <p:nvSpPr>
          <p:cNvPr id="38" name="Shape 3"/>
          <p:cNvSpPr/>
          <p:nvPr/>
        </p:nvSpPr>
        <p:spPr>
          <a:xfrm>
            <a:off x="594360" y="6464880"/>
            <a:ext cx="11009160" cy="13320"/>
          </a:xfrm>
          <a:prstGeom prst="rect">
            <a:avLst/>
          </a:prstGeom>
          <a:solidFill>
            <a:srgbClr val="dce6ec"/>
          </a:solidFill>
          <a:ln w="12700">
            <a:solidFill>
              <a:srgbClr val="dce6ec">
                <a:alpha val="0"/>
              </a:srgbClr>
            </a:solidFill>
            <a:round/>
          </a:ln>
        </p:spPr>
        <p:style>
          <a:lnRef idx="0"/>
          <a:fillRef idx="0"/>
          <a:effectRef idx="0"/>
          <a:fontRef idx="minor"/>
        </p:style>
        <p:txBody>
          <a:bodyPr lIns="90000" rIns="90000" tIns="-31320" bIns="-31320" anchor="t">
            <a:noAutofit/>
          </a:bodyPr>
          <a:p>
            <a:endParaRPr b="0" lang="en-US" sz="1800" spc="-1" strike="noStrike">
              <a:solidFill>
                <a:srgbClr val="000000"/>
              </a:solidFill>
              <a:latin typeface="Arial"/>
            </a:endParaRPr>
          </a:p>
        </p:txBody>
      </p:sp>
      <p:sp>
        <p:nvSpPr>
          <p:cNvPr id="39" name="Text 4"/>
          <p:cNvSpPr/>
          <p:nvPr/>
        </p:nvSpPr>
        <p:spPr>
          <a:xfrm>
            <a:off x="594360" y="6528960"/>
            <a:ext cx="9143640" cy="164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00" spc="-1" strike="noStrike">
                <a:solidFill>
                  <a:srgbClr val="66778a"/>
                </a:solidFill>
                <a:latin typeface="Aptos"/>
                <a:ea typeface="Aptos"/>
              </a:rPr>
              <a:t>LEVEL 7  •  DATA ANALYTICS: TOOLS &amp; TECHNIQUES</a:t>
            </a:r>
            <a:endParaRPr b="0" lang="en-US" sz="900" spc="-1" strike="noStrike">
              <a:solidFill>
                <a:srgbClr val="000000"/>
              </a:solidFill>
              <a:latin typeface="Arial"/>
            </a:endParaRPr>
          </a:p>
        </p:txBody>
      </p:sp>
      <p:sp>
        <p:nvSpPr>
          <p:cNvPr id="40" name="Text 5"/>
          <p:cNvSpPr/>
          <p:nvPr/>
        </p:nvSpPr>
        <p:spPr>
          <a:xfrm>
            <a:off x="11064240" y="6510600"/>
            <a:ext cx="493560" cy="18252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1000" spc="-1" strike="noStrike">
                <a:solidFill>
                  <a:srgbClr val="66778a"/>
                </a:solidFill>
                <a:latin typeface="Aptos"/>
                <a:ea typeface="Aptos"/>
              </a:rPr>
              <a:t>03</a:t>
            </a:r>
            <a:endParaRPr b="0" lang="en-US" sz="1000" spc="-1" strike="noStrike">
              <a:solidFill>
                <a:srgbClr val="000000"/>
              </a:solidFill>
              <a:latin typeface="Arial"/>
            </a:endParaRPr>
          </a:p>
        </p:txBody>
      </p:sp>
      <p:sp>
        <p:nvSpPr>
          <p:cNvPr id="41" name="Shape 6"/>
          <p:cNvSpPr/>
          <p:nvPr/>
        </p:nvSpPr>
        <p:spPr>
          <a:xfrm>
            <a:off x="640080" y="1527120"/>
            <a:ext cx="6903360" cy="4434480"/>
          </a:xfrm>
          <a:prstGeom prst="roundRect">
            <a:avLst>
              <a:gd name="adj" fmla="val 3299"/>
            </a:avLst>
          </a:prstGeom>
          <a:solidFill>
            <a:srgbClr val="eff5f8"/>
          </a:solidFill>
          <a:ln w="12700">
            <a:solidFill>
              <a:srgbClr val="eff5f8">
                <a:alpha val="0"/>
              </a:srgbClr>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2" name="Text 7"/>
          <p:cNvSpPr/>
          <p:nvPr/>
        </p:nvSpPr>
        <p:spPr>
          <a:xfrm>
            <a:off x="923400" y="1819800"/>
            <a:ext cx="612612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047e83"/>
                </a:solidFill>
                <a:latin typeface="Aptos"/>
                <a:ea typeface="Aptos"/>
              </a:rPr>
              <a:t>Driving question</a:t>
            </a:r>
            <a:endParaRPr b="0" lang="en-US" sz="1600" spc="-1" strike="noStrike">
              <a:solidFill>
                <a:srgbClr val="000000"/>
              </a:solidFill>
              <a:latin typeface="Arial"/>
            </a:endParaRPr>
          </a:p>
        </p:txBody>
      </p:sp>
      <p:sp>
        <p:nvSpPr>
          <p:cNvPr id="43" name="Text 8"/>
          <p:cNvSpPr/>
          <p:nvPr/>
        </p:nvSpPr>
        <p:spPr>
          <a:xfrm>
            <a:off x="941760" y="2322720"/>
            <a:ext cx="6126120" cy="1115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300" spc="-1" strike="noStrike">
                <a:solidFill>
                  <a:srgbClr val="1d304b"/>
                </a:solidFill>
                <a:latin typeface="Aptos"/>
                <a:ea typeface="Aptos"/>
              </a:rPr>
              <a:t>Which recorded conditions are associated with more severe collisions — and what can we responsibly conclude?</a:t>
            </a:r>
            <a:endParaRPr b="0" lang="en-US" sz="2300" spc="-1" strike="noStrike">
              <a:solidFill>
                <a:srgbClr val="000000"/>
              </a:solidFill>
              <a:latin typeface="Arial"/>
            </a:endParaRPr>
          </a:p>
        </p:txBody>
      </p:sp>
      <p:sp>
        <p:nvSpPr>
          <p:cNvPr id="44" name="Shape 9"/>
          <p:cNvSpPr/>
          <p:nvPr/>
        </p:nvSpPr>
        <p:spPr>
          <a:xfrm>
            <a:off x="951120" y="3785760"/>
            <a:ext cx="82080" cy="82080"/>
          </a:xfrm>
          <a:prstGeom prst="roundRect">
            <a:avLst>
              <a:gd name="adj" fmla="val 177778"/>
            </a:avLst>
          </a:prstGeom>
          <a:solidFill>
            <a:srgbClr val="047e83"/>
          </a:solidFill>
          <a:ln w="12700">
            <a:solidFill>
              <a:srgbClr val="047e83">
                <a:alpha val="0"/>
              </a:srgbClr>
            </a:solidFill>
            <a:round/>
          </a:ln>
        </p:spPr>
        <p:style>
          <a:lnRef idx="0"/>
          <a:fillRef idx="0"/>
          <a:effectRef idx="0"/>
          <a:fontRef idx="minor"/>
        </p:style>
        <p:txBody>
          <a:bodyPr lIns="90000" rIns="90000" tIns="13320" bIns="13320" anchor="t">
            <a:noAutofit/>
          </a:bodyPr>
          <a:p>
            <a:endParaRPr b="0" lang="en-US" sz="1800" spc="-1" strike="noStrike">
              <a:solidFill>
                <a:srgbClr val="ffffff"/>
              </a:solidFill>
              <a:latin typeface="Arial"/>
            </a:endParaRPr>
          </a:p>
        </p:txBody>
      </p:sp>
      <p:sp>
        <p:nvSpPr>
          <p:cNvPr id="45" name="Text 10"/>
          <p:cNvSpPr/>
          <p:nvPr/>
        </p:nvSpPr>
        <p:spPr>
          <a:xfrm>
            <a:off x="1161360" y="3657600"/>
            <a:ext cx="5943240" cy="5756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400" spc="-1" strike="noStrike">
                <a:solidFill>
                  <a:srgbClr val="1d304b"/>
                </a:solidFill>
                <a:latin typeface="Aptos"/>
                <a:ea typeface="Aptos"/>
              </a:rPr>
              <a:t>Join collisions, vehicles and casualties at the correct unit of analysis</a:t>
            </a:r>
            <a:endParaRPr b="0" lang="en-US" sz="1400" spc="-1" strike="noStrike">
              <a:solidFill>
                <a:srgbClr val="000000"/>
              </a:solidFill>
              <a:latin typeface="Arial"/>
            </a:endParaRPr>
          </a:p>
        </p:txBody>
      </p:sp>
      <p:sp>
        <p:nvSpPr>
          <p:cNvPr id="46" name="Shape 11"/>
          <p:cNvSpPr/>
          <p:nvPr/>
        </p:nvSpPr>
        <p:spPr>
          <a:xfrm>
            <a:off x="951120" y="4389120"/>
            <a:ext cx="82080" cy="82080"/>
          </a:xfrm>
          <a:prstGeom prst="roundRect">
            <a:avLst>
              <a:gd name="adj" fmla="val 177778"/>
            </a:avLst>
          </a:prstGeom>
          <a:solidFill>
            <a:srgbClr val="047e83"/>
          </a:solidFill>
          <a:ln w="12700">
            <a:solidFill>
              <a:srgbClr val="047e83">
                <a:alpha val="0"/>
              </a:srgbClr>
            </a:solidFill>
            <a:round/>
          </a:ln>
        </p:spPr>
        <p:style>
          <a:lnRef idx="0"/>
          <a:fillRef idx="0"/>
          <a:effectRef idx="0"/>
          <a:fontRef idx="minor"/>
        </p:style>
        <p:txBody>
          <a:bodyPr lIns="90000" rIns="90000" tIns="13320" bIns="13320" anchor="t">
            <a:noAutofit/>
          </a:bodyPr>
          <a:p>
            <a:endParaRPr b="0" lang="en-US" sz="1800" spc="-1" strike="noStrike">
              <a:solidFill>
                <a:srgbClr val="ffffff"/>
              </a:solidFill>
              <a:latin typeface="Arial"/>
            </a:endParaRPr>
          </a:p>
        </p:txBody>
      </p:sp>
      <p:sp>
        <p:nvSpPr>
          <p:cNvPr id="47" name="Text 12"/>
          <p:cNvSpPr/>
          <p:nvPr/>
        </p:nvSpPr>
        <p:spPr>
          <a:xfrm>
            <a:off x="1161360" y="4260960"/>
            <a:ext cx="5943240" cy="5756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400" spc="-1" strike="noStrike">
                <a:solidFill>
                  <a:srgbClr val="1d304b"/>
                </a:solidFill>
                <a:latin typeface="Aptos"/>
                <a:ea typeface="Aptos"/>
              </a:rPr>
              <a:t>Understand categorical coding and missing / unknown values</a:t>
            </a:r>
            <a:endParaRPr b="0" lang="en-US" sz="1400" spc="-1" strike="noStrike">
              <a:solidFill>
                <a:srgbClr val="000000"/>
              </a:solidFill>
              <a:latin typeface="Arial"/>
            </a:endParaRPr>
          </a:p>
        </p:txBody>
      </p:sp>
      <p:sp>
        <p:nvSpPr>
          <p:cNvPr id="48" name="Shape 13"/>
          <p:cNvSpPr/>
          <p:nvPr/>
        </p:nvSpPr>
        <p:spPr>
          <a:xfrm>
            <a:off x="951120" y="4992480"/>
            <a:ext cx="82080" cy="82080"/>
          </a:xfrm>
          <a:prstGeom prst="roundRect">
            <a:avLst>
              <a:gd name="adj" fmla="val 177778"/>
            </a:avLst>
          </a:prstGeom>
          <a:solidFill>
            <a:srgbClr val="047e83"/>
          </a:solidFill>
          <a:ln w="12700">
            <a:solidFill>
              <a:srgbClr val="047e83">
                <a:alpha val="0"/>
              </a:srgbClr>
            </a:solidFill>
            <a:round/>
          </a:ln>
        </p:spPr>
        <p:style>
          <a:lnRef idx="0"/>
          <a:fillRef idx="0"/>
          <a:effectRef idx="0"/>
          <a:fontRef idx="minor"/>
        </p:style>
        <p:txBody>
          <a:bodyPr lIns="90000" rIns="90000" tIns="13320" bIns="13320" anchor="t">
            <a:noAutofit/>
          </a:bodyPr>
          <a:p>
            <a:endParaRPr b="0" lang="en-US" sz="1800" spc="-1" strike="noStrike">
              <a:solidFill>
                <a:srgbClr val="ffffff"/>
              </a:solidFill>
              <a:latin typeface="Arial"/>
            </a:endParaRPr>
          </a:p>
        </p:txBody>
      </p:sp>
      <p:sp>
        <p:nvSpPr>
          <p:cNvPr id="49" name="Text 14"/>
          <p:cNvSpPr/>
          <p:nvPr/>
        </p:nvSpPr>
        <p:spPr>
          <a:xfrm>
            <a:off x="1161360" y="4864680"/>
            <a:ext cx="5943240" cy="5756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400" spc="-1" strike="noStrike">
                <a:solidFill>
                  <a:srgbClr val="1d304b"/>
                </a:solidFill>
                <a:latin typeface="Aptos"/>
                <a:ea typeface="Aptos"/>
              </a:rPr>
              <a:t>Recognise police-reporting and severity-measurement limitations</a:t>
            </a:r>
            <a:endParaRPr b="0" lang="en-US" sz="1400" spc="-1" strike="noStrike">
              <a:solidFill>
                <a:srgbClr val="000000"/>
              </a:solidFill>
              <a:latin typeface="Arial"/>
            </a:endParaRPr>
          </a:p>
        </p:txBody>
      </p:sp>
      <p:sp>
        <p:nvSpPr>
          <p:cNvPr id="50" name="Shape 15"/>
          <p:cNvSpPr/>
          <p:nvPr/>
        </p:nvSpPr>
        <p:spPr>
          <a:xfrm>
            <a:off x="7818120" y="1527120"/>
            <a:ext cx="3730320" cy="4434480"/>
          </a:xfrm>
          <a:prstGeom prst="roundRect">
            <a:avLst>
              <a:gd name="adj" fmla="val 3922"/>
            </a:avLst>
          </a:prstGeom>
          <a:solidFill>
            <a:srgbClr val="e6f4f2"/>
          </a:solidFill>
          <a:ln w="12700">
            <a:solidFill>
              <a:srgbClr val="e6f4f2">
                <a:alpha val="0"/>
              </a:srgbClr>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1" name="Text 16"/>
          <p:cNvSpPr/>
          <p:nvPr/>
        </p:nvSpPr>
        <p:spPr>
          <a:xfrm>
            <a:off x="8138160" y="1847160"/>
            <a:ext cx="310860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00" spc="-1" strike="noStrike">
                <a:solidFill>
                  <a:srgbClr val="047e83"/>
                </a:solidFill>
                <a:latin typeface="Aptos"/>
                <a:ea typeface="Aptos"/>
              </a:rPr>
              <a:t>2025 DATASET</a:t>
            </a:r>
            <a:endParaRPr b="0" lang="en-US" sz="1400" spc="-1" strike="noStrike">
              <a:solidFill>
                <a:srgbClr val="000000"/>
              </a:solidFill>
              <a:latin typeface="Arial"/>
            </a:endParaRPr>
          </a:p>
        </p:txBody>
      </p:sp>
      <p:sp>
        <p:nvSpPr>
          <p:cNvPr id="52" name="Text 17"/>
          <p:cNvSpPr/>
          <p:nvPr/>
        </p:nvSpPr>
        <p:spPr>
          <a:xfrm>
            <a:off x="8119800" y="2350080"/>
            <a:ext cx="3062880" cy="10969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500" spc="-1" strike="noStrike">
                <a:solidFill>
                  <a:srgbClr val="1d304b"/>
                </a:solidFill>
                <a:latin typeface="Aptos"/>
                <a:ea typeface="Aptos"/>
              </a:rPr>
              <a:t>Open, real,</a:t>
            </a:r>
            <a:endParaRPr b="0" lang="en-US" sz="2500" spc="-1" strike="noStrike">
              <a:solidFill>
                <a:srgbClr val="000000"/>
              </a:solidFill>
              <a:latin typeface="Arial"/>
            </a:endParaRPr>
          </a:p>
          <a:p>
            <a:pPr defTabSz="914400">
              <a:lnSpc>
                <a:spcPct val="100000"/>
              </a:lnSpc>
              <a:tabLst>
                <a:tab algn="l" pos="0"/>
              </a:tabLst>
            </a:pPr>
            <a:r>
              <a:rPr b="1" lang="en-US" sz="2500" spc="-1" strike="noStrike">
                <a:solidFill>
                  <a:srgbClr val="1d304b"/>
                </a:solidFill>
                <a:latin typeface="Aptos"/>
                <a:ea typeface="Aptos"/>
              </a:rPr>
              <a:t>reproducible</a:t>
            </a:r>
            <a:endParaRPr b="0" lang="en-US" sz="2500" spc="-1" strike="noStrike">
              <a:solidFill>
                <a:srgbClr val="000000"/>
              </a:solidFill>
              <a:latin typeface="Arial"/>
            </a:endParaRPr>
          </a:p>
        </p:txBody>
      </p:sp>
      <p:sp>
        <p:nvSpPr>
          <p:cNvPr id="53" name="Text 18"/>
          <p:cNvSpPr/>
          <p:nvPr/>
        </p:nvSpPr>
        <p:spPr>
          <a:xfrm>
            <a:off x="8129160" y="3996000"/>
            <a:ext cx="3017160" cy="1005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500" spc="-1" strike="noStrike">
                <a:solidFill>
                  <a:srgbClr val="1d304b"/>
                </a:solidFill>
                <a:latin typeface="Aptos"/>
                <a:ea typeface="Aptos"/>
              </a:rPr>
              <a:t>Data source: GOV.UK</a:t>
            </a:r>
            <a:endParaRPr b="0" lang="en-US" sz="1500" spc="-1" strike="noStrike">
              <a:solidFill>
                <a:srgbClr val="000000"/>
              </a:solidFill>
              <a:latin typeface="Arial"/>
            </a:endParaRPr>
          </a:p>
          <a:p>
            <a:pPr defTabSz="914400">
              <a:lnSpc>
                <a:spcPct val="100000"/>
              </a:lnSpc>
              <a:tabLst>
                <a:tab algn="l" pos="0"/>
              </a:tabLst>
            </a:pPr>
            <a:r>
              <a:rPr b="0" lang="en-US" sz="1500" spc="-1" strike="noStrike">
                <a:solidFill>
                  <a:srgbClr val="1d304b"/>
                </a:solidFill>
                <a:latin typeface="Aptos"/>
                <a:ea typeface="Aptos"/>
              </a:rPr>
              <a:t>Road safety open data</a:t>
            </a:r>
            <a:endParaRPr b="0" lang="en-US" sz="1500" spc="-1" strike="noStrike">
              <a:solidFill>
                <a:srgbClr val="000000"/>
              </a:solidFill>
              <a:latin typeface="Arial"/>
            </a:endParaRPr>
          </a:p>
          <a:p>
            <a:pPr defTabSz="914400">
              <a:lnSpc>
                <a:spcPct val="100000"/>
              </a:lnSpc>
              <a:tabLst>
                <a:tab algn="l" pos="0"/>
              </a:tabLst>
            </a:pPr>
            <a:r>
              <a:rPr b="0" lang="en-US" sz="1500" spc="-1" strike="noStrike">
                <a:solidFill>
                  <a:srgbClr val="1d304b"/>
                </a:solidFill>
                <a:latin typeface="Aptos"/>
                <a:ea typeface="Aptos"/>
              </a:rPr>
              <a:t>Latest final year: 2025</a:t>
            </a:r>
            <a:endParaRPr b="0" lang="en-US" sz="1500" spc="-1" strike="noStrike">
              <a:solidFill>
                <a:srgbClr val="000000"/>
              </a:solidFill>
              <a:latin typeface="Arial"/>
            </a:endParaRPr>
          </a:p>
        </p:txBody>
      </p:sp>
      <p:sp>
        <p:nvSpPr>
          <p:cNvPr id="54" name="Text 19"/>
          <p:cNvSpPr/>
          <p:nvPr/>
        </p:nvSpPr>
        <p:spPr>
          <a:xfrm>
            <a:off x="685800" y="6080760"/>
            <a:ext cx="10698120" cy="219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00" spc="-1" strike="noStrike">
                <a:solidFill>
                  <a:srgbClr val="66778a"/>
                </a:solidFill>
                <a:latin typeface="Aptos"/>
                <a:ea typeface="Aptos"/>
              </a:rPr>
              <a:t>Source: gov.uk/government/statistical-data-sets/road-safety-open-data</a:t>
            </a: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5" name="Shape 0"/>
          <p:cNvSpPr/>
          <p:nvPr/>
        </p:nvSpPr>
        <p:spPr>
          <a:xfrm>
            <a:off x="0" y="0"/>
            <a:ext cx="12188520" cy="164160"/>
          </a:xfrm>
          <a:prstGeom prst="rect">
            <a:avLst/>
          </a:prstGeom>
          <a:solidFill>
            <a:srgbClr val="047e83"/>
          </a:solidFill>
          <a:ln w="12700">
            <a:solidFill>
              <a:srgbClr val="047e83">
                <a:alpha val="0"/>
              </a:srgbClr>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6" name="Text 1"/>
          <p:cNvSpPr/>
          <p:nvPr/>
        </p:nvSpPr>
        <p:spPr>
          <a:xfrm>
            <a:off x="594360" y="402480"/>
            <a:ext cx="11018160" cy="511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800" spc="-1" strike="noStrike">
                <a:solidFill>
                  <a:srgbClr val="101f35"/>
                </a:solidFill>
                <a:latin typeface="Aptos"/>
                <a:ea typeface="Aptos"/>
              </a:rPr>
              <a:t>Six connected laboratories: a CRISP-DM journey</a:t>
            </a:r>
            <a:endParaRPr b="0" lang="en-US" sz="2800" spc="-1" strike="noStrike">
              <a:solidFill>
                <a:srgbClr val="000000"/>
              </a:solidFill>
              <a:latin typeface="Arial"/>
            </a:endParaRPr>
          </a:p>
        </p:txBody>
      </p:sp>
      <p:sp>
        <p:nvSpPr>
          <p:cNvPr id="57" name="Text 2"/>
          <p:cNvSpPr/>
          <p:nvPr/>
        </p:nvSpPr>
        <p:spPr>
          <a:xfrm>
            <a:off x="603360" y="978480"/>
            <a:ext cx="1097244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400" spc="-1" strike="noStrike">
                <a:solidFill>
                  <a:srgbClr val="66778a"/>
                </a:solidFill>
                <a:latin typeface="Aptos"/>
                <a:ea typeface="Aptos"/>
              </a:rPr>
              <a:t>An illustrative progression, revisited iteratively as evidence develops</a:t>
            </a:r>
            <a:endParaRPr b="0" lang="en-US" sz="1400" spc="-1" strike="noStrike">
              <a:solidFill>
                <a:srgbClr val="000000"/>
              </a:solidFill>
              <a:latin typeface="Arial"/>
            </a:endParaRPr>
          </a:p>
        </p:txBody>
      </p:sp>
      <p:sp>
        <p:nvSpPr>
          <p:cNvPr id="58" name="Shape 3"/>
          <p:cNvSpPr/>
          <p:nvPr/>
        </p:nvSpPr>
        <p:spPr>
          <a:xfrm>
            <a:off x="594360" y="6464880"/>
            <a:ext cx="11009160" cy="13320"/>
          </a:xfrm>
          <a:prstGeom prst="rect">
            <a:avLst/>
          </a:prstGeom>
          <a:solidFill>
            <a:srgbClr val="dce6ec"/>
          </a:solidFill>
          <a:ln w="12700">
            <a:solidFill>
              <a:srgbClr val="dce6ec">
                <a:alpha val="0"/>
              </a:srgbClr>
            </a:solidFill>
            <a:round/>
          </a:ln>
        </p:spPr>
        <p:style>
          <a:lnRef idx="0"/>
          <a:fillRef idx="0"/>
          <a:effectRef idx="0"/>
          <a:fontRef idx="minor"/>
        </p:style>
        <p:txBody>
          <a:bodyPr lIns="90000" rIns="90000" tIns="-31320" bIns="-31320" anchor="t">
            <a:noAutofit/>
          </a:bodyPr>
          <a:p>
            <a:endParaRPr b="0" lang="en-US" sz="1800" spc="-1" strike="noStrike">
              <a:solidFill>
                <a:srgbClr val="000000"/>
              </a:solidFill>
              <a:latin typeface="Arial"/>
            </a:endParaRPr>
          </a:p>
        </p:txBody>
      </p:sp>
      <p:sp>
        <p:nvSpPr>
          <p:cNvPr id="59" name="Text 4"/>
          <p:cNvSpPr/>
          <p:nvPr/>
        </p:nvSpPr>
        <p:spPr>
          <a:xfrm>
            <a:off x="594360" y="6528960"/>
            <a:ext cx="9143640" cy="164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00" spc="-1" strike="noStrike">
                <a:solidFill>
                  <a:srgbClr val="66778a"/>
                </a:solidFill>
                <a:latin typeface="Aptos"/>
                <a:ea typeface="Aptos"/>
              </a:rPr>
              <a:t>LEVEL 7  •  DATA ANALYTICS: TOOLS &amp; TECHNIQUES</a:t>
            </a:r>
            <a:endParaRPr b="0" lang="en-US" sz="900" spc="-1" strike="noStrike">
              <a:solidFill>
                <a:srgbClr val="000000"/>
              </a:solidFill>
              <a:latin typeface="Arial"/>
            </a:endParaRPr>
          </a:p>
        </p:txBody>
      </p:sp>
      <p:sp>
        <p:nvSpPr>
          <p:cNvPr id="60" name="Text 5"/>
          <p:cNvSpPr/>
          <p:nvPr/>
        </p:nvSpPr>
        <p:spPr>
          <a:xfrm>
            <a:off x="11064240" y="6510600"/>
            <a:ext cx="493560" cy="18252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1000" spc="-1" strike="noStrike">
                <a:solidFill>
                  <a:srgbClr val="66778a"/>
                </a:solidFill>
                <a:latin typeface="Aptos"/>
                <a:ea typeface="Aptos"/>
              </a:rPr>
              <a:t>04</a:t>
            </a:r>
            <a:endParaRPr b="0" lang="en-US" sz="1000" spc="-1" strike="noStrike">
              <a:solidFill>
                <a:srgbClr val="000000"/>
              </a:solidFill>
              <a:latin typeface="Arial"/>
            </a:endParaRPr>
          </a:p>
        </p:txBody>
      </p:sp>
      <p:sp>
        <p:nvSpPr>
          <p:cNvPr id="61" name="Shape 6"/>
          <p:cNvSpPr/>
          <p:nvPr/>
        </p:nvSpPr>
        <p:spPr>
          <a:xfrm>
            <a:off x="676800" y="1591200"/>
            <a:ext cx="3602520" cy="1627200"/>
          </a:xfrm>
          <a:prstGeom prst="roundRect">
            <a:avLst>
              <a:gd name="adj" fmla="val 8989"/>
            </a:avLst>
          </a:prstGeom>
          <a:solidFill>
            <a:srgbClr val="eff5f8"/>
          </a:solidFill>
          <a:ln w="12700">
            <a:solidFill>
              <a:srgbClr val="eff5f8">
                <a:alpha val="0"/>
              </a:srgbClr>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62" name="Shape 7"/>
          <p:cNvSpPr/>
          <p:nvPr/>
        </p:nvSpPr>
        <p:spPr>
          <a:xfrm>
            <a:off x="850320" y="1746360"/>
            <a:ext cx="475200" cy="328680"/>
          </a:xfrm>
          <a:prstGeom prst="roundRect">
            <a:avLst>
              <a:gd name="adj" fmla="val 44444"/>
            </a:avLst>
          </a:prstGeom>
          <a:solidFill>
            <a:srgbClr val="047e83"/>
          </a:solidFill>
          <a:ln w="12700">
            <a:solidFill>
              <a:srgbClr val="047e83">
                <a:alpha val="0"/>
              </a:srgbClr>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3" name="Text 8"/>
          <p:cNvSpPr/>
          <p:nvPr/>
        </p:nvSpPr>
        <p:spPr>
          <a:xfrm>
            <a:off x="923400" y="1774080"/>
            <a:ext cx="328680" cy="264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 strike="noStrike">
                <a:solidFill>
                  <a:srgbClr val="ffffff"/>
                </a:solidFill>
                <a:latin typeface="Aptos"/>
                <a:ea typeface="Aptos"/>
              </a:rPr>
              <a:t>01</a:t>
            </a:r>
            <a:endParaRPr b="0" lang="en-US" sz="1100" spc="-1" strike="noStrike">
              <a:solidFill>
                <a:srgbClr val="000000"/>
              </a:solidFill>
              <a:latin typeface="Arial"/>
            </a:endParaRPr>
          </a:p>
        </p:txBody>
      </p:sp>
      <p:sp>
        <p:nvSpPr>
          <p:cNvPr id="64" name="Text 9"/>
          <p:cNvSpPr/>
          <p:nvPr/>
        </p:nvSpPr>
        <p:spPr>
          <a:xfrm>
            <a:off x="1444680" y="1728360"/>
            <a:ext cx="2633040" cy="411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700" spc="-1" strike="noStrike">
                <a:solidFill>
                  <a:srgbClr val="1d304b"/>
                </a:solidFill>
                <a:latin typeface="Aptos"/>
                <a:ea typeface="Aptos"/>
              </a:rPr>
              <a:t>Frame the problem</a:t>
            </a:r>
            <a:endParaRPr b="0" lang="en-US" sz="1700" spc="-1" strike="noStrike">
              <a:solidFill>
                <a:srgbClr val="000000"/>
              </a:solidFill>
              <a:latin typeface="Arial"/>
            </a:endParaRPr>
          </a:p>
        </p:txBody>
      </p:sp>
      <p:sp>
        <p:nvSpPr>
          <p:cNvPr id="65" name="Text 10"/>
          <p:cNvSpPr/>
          <p:nvPr/>
        </p:nvSpPr>
        <p:spPr>
          <a:xfrm>
            <a:off x="859680" y="2377440"/>
            <a:ext cx="3236760" cy="6123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400" spc="-1" strike="noStrike">
                <a:solidFill>
                  <a:srgbClr val="66778a"/>
                </a:solidFill>
                <a:latin typeface="Aptos"/>
                <a:ea typeface="Aptos"/>
              </a:rPr>
              <a:t>CRISP-DM; target and success criteria</a:t>
            </a:r>
            <a:endParaRPr b="0" lang="en-US" sz="1400" spc="-1" strike="noStrike">
              <a:solidFill>
                <a:srgbClr val="000000"/>
              </a:solidFill>
              <a:latin typeface="Arial"/>
            </a:endParaRPr>
          </a:p>
        </p:txBody>
      </p:sp>
      <p:sp>
        <p:nvSpPr>
          <p:cNvPr id="66" name="Shape 11"/>
          <p:cNvSpPr/>
          <p:nvPr/>
        </p:nvSpPr>
        <p:spPr>
          <a:xfrm>
            <a:off x="4507920" y="1591200"/>
            <a:ext cx="3602520" cy="1627200"/>
          </a:xfrm>
          <a:prstGeom prst="roundRect">
            <a:avLst>
              <a:gd name="adj" fmla="val 8989"/>
            </a:avLst>
          </a:prstGeom>
          <a:solidFill>
            <a:srgbClr val="eff5f8"/>
          </a:solidFill>
          <a:ln w="12700">
            <a:solidFill>
              <a:srgbClr val="eff5f8">
                <a:alpha val="0"/>
              </a:srgbClr>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67" name="Shape 12"/>
          <p:cNvSpPr/>
          <p:nvPr/>
        </p:nvSpPr>
        <p:spPr>
          <a:xfrm>
            <a:off x="4681800" y="1746360"/>
            <a:ext cx="475200" cy="328680"/>
          </a:xfrm>
          <a:prstGeom prst="roundRect">
            <a:avLst>
              <a:gd name="adj" fmla="val 44444"/>
            </a:avLst>
          </a:prstGeom>
          <a:solidFill>
            <a:srgbClr val="047e83"/>
          </a:solidFill>
          <a:ln w="12700">
            <a:solidFill>
              <a:srgbClr val="047e83">
                <a:alpha val="0"/>
              </a:srgbClr>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8" name="Text 13"/>
          <p:cNvSpPr/>
          <p:nvPr/>
        </p:nvSpPr>
        <p:spPr>
          <a:xfrm>
            <a:off x="4754880" y="1774080"/>
            <a:ext cx="328680" cy="264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 strike="noStrike">
                <a:solidFill>
                  <a:srgbClr val="ffffff"/>
                </a:solidFill>
                <a:latin typeface="Aptos"/>
                <a:ea typeface="Aptos"/>
              </a:rPr>
              <a:t>02</a:t>
            </a:r>
            <a:endParaRPr b="0" lang="en-US" sz="1100" spc="-1" strike="noStrike">
              <a:solidFill>
                <a:srgbClr val="000000"/>
              </a:solidFill>
              <a:latin typeface="Arial"/>
            </a:endParaRPr>
          </a:p>
        </p:txBody>
      </p:sp>
      <p:sp>
        <p:nvSpPr>
          <p:cNvPr id="69" name="Text 14"/>
          <p:cNvSpPr/>
          <p:nvPr/>
        </p:nvSpPr>
        <p:spPr>
          <a:xfrm>
            <a:off x="5276160" y="1728360"/>
            <a:ext cx="2633040" cy="411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700" spc="-1" strike="noStrike">
                <a:solidFill>
                  <a:srgbClr val="1d304b"/>
                </a:solidFill>
                <a:latin typeface="Aptos"/>
                <a:ea typeface="Aptos"/>
              </a:rPr>
              <a:t>Engineer trusted data</a:t>
            </a:r>
            <a:endParaRPr b="0" lang="en-US" sz="1700" spc="-1" strike="noStrike">
              <a:solidFill>
                <a:srgbClr val="000000"/>
              </a:solidFill>
              <a:latin typeface="Arial"/>
            </a:endParaRPr>
          </a:p>
        </p:txBody>
      </p:sp>
      <p:sp>
        <p:nvSpPr>
          <p:cNvPr id="70" name="Text 15"/>
          <p:cNvSpPr/>
          <p:nvPr/>
        </p:nvSpPr>
        <p:spPr>
          <a:xfrm>
            <a:off x="4690800" y="2377440"/>
            <a:ext cx="3236760" cy="6123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400" spc="-1" strike="noStrike">
                <a:solidFill>
                  <a:srgbClr val="66778a"/>
                </a:solidFill>
                <a:latin typeface="Aptos"/>
                <a:ea typeface="Aptos"/>
              </a:rPr>
              <a:t>pandas / R; joins; quality checks</a:t>
            </a:r>
            <a:endParaRPr b="0" lang="en-US" sz="1400" spc="-1" strike="noStrike">
              <a:solidFill>
                <a:srgbClr val="000000"/>
              </a:solidFill>
              <a:latin typeface="Arial"/>
            </a:endParaRPr>
          </a:p>
        </p:txBody>
      </p:sp>
      <p:sp>
        <p:nvSpPr>
          <p:cNvPr id="71" name="Shape 16"/>
          <p:cNvSpPr/>
          <p:nvPr/>
        </p:nvSpPr>
        <p:spPr>
          <a:xfrm>
            <a:off x="8339400" y="1591200"/>
            <a:ext cx="3602520" cy="1627200"/>
          </a:xfrm>
          <a:prstGeom prst="roundRect">
            <a:avLst>
              <a:gd name="adj" fmla="val 8989"/>
            </a:avLst>
          </a:prstGeom>
          <a:solidFill>
            <a:srgbClr val="eff5f8"/>
          </a:solidFill>
          <a:ln w="12700">
            <a:solidFill>
              <a:srgbClr val="eff5f8">
                <a:alpha val="0"/>
              </a:srgbClr>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72" name="Shape 17"/>
          <p:cNvSpPr/>
          <p:nvPr/>
        </p:nvSpPr>
        <p:spPr>
          <a:xfrm>
            <a:off x="8512920" y="1746360"/>
            <a:ext cx="475200" cy="328680"/>
          </a:xfrm>
          <a:prstGeom prst="roundRect">
            <a:avLst>
              <a:gd name="adj" fmla="val 44444"/>
            </a:avLst>
          </a:prstGeom>
          <a:solidFill>
            <a:srgbClr val="2e6cb7"/>
          </a:solidFill>
          <a:ln w="12700">
            <a:solidFill>
              <a:srgbClr val="2e6cb7">
                <a:alpha val="0"/>
              </a:srgbClr>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3" name="Text 18"/>
          <p:cNvSpPr/>
          <p:nvPr/>
        </p:nvSpPr>
        <p:spPr>
          <a:xfrm>
            <a:off x="8586360" y="1774080"/>
            <a:ext cx="328680" cy="264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 strike="noStrike">
                <a:solidFill>
                  <a:srgbClr val="ffffff"/>
                </a:solidFill>
                <a:latin typeface="Aptos"/>
                <a:ea typeface="Aptos"/>
              </a:rPr>
              <a:t>03</a:t>
            </a:r>
            <a:endParaRPr b="0" lang="en-US" sz="1100" spc="-1" strike="noStrike">
              <a:solidFill>
                <a:srgbClr val="000000"/>
              </a:solidFill>
              <a:latin typeface="Arial"/>
            </a:endParaRPr>
          </a:p>
        </p:txBody>
      </p:sp>
      <p:sp>
        <p:nvSpPr>
          <p:cNvPr id="74" name="Text 19"/>
          <p:cNvSpPr/>
          <p:nvPr/>
        </p:nvSpPr>
        <p:spPr>
          <a:xfrm>
            <a:off x="9107280" y="1728360"/>
            <a:ext cx="2633040" cy="411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700" spc="-1" strike="noStrike">
                <a:solidFill>
                  <a:srgbClr val="1d304b"/>
                </a:solidFill>
                <a:latin typeface="Aptos"/>
                <a:ea typeface="Aptos"/>
              </a:rPr>
              <a:t>Investigate evidence</a:t>
            </a:r>
            <a:endParaRPr b="0" lang="en-US" sz="1700" spc="-1" strike="noStrike">
              <a:solidFill>
                <a:srgbClr val="000000"/>
              </a:solidFill>
              <a:latin typeface="Arial"/>
            </a:endParaRPr>
          </a:p>
        </p:txBody>
      </p:sp>
      <p:sp>
        <p:nvSpPr>
          <p:cNvPr id="75" name="Text 20"/>
          <p:cNvSpPr/>
          <p:nvPr/>
        </p:nvSpPr>
        <p:spPr>
          <a:xfrm>
            <a:off x="8522280" y="2377440"/>
            <a:ext cx="3236760" cy="6123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400" spc="-1" strike="noStrike">
                <a:solidFill>
                  <a:srgbClr val="66778a"/>
                </a:solidFill>
                <a:latin typeface="Aptos"/>
                <a:ea typeface="Aptos"/>
              </a:rPr>
              <a:t>EDA; confidence intervals; hypothesis tests</a:t>
            </a:r>
            <a:endParaRPr b="0" lang="en-US" sz="1400" spc="-1" strike="noStrike">
              <a:solidFill>
                <a:srgbClr val="000000"/>
              </a:solidFill>
              <a:latin typeface="Arial"/>
            </a:endParaRPr>
          </a:p>
        </p:txBody>
      </p:sp>
      <p:sp>
        <p:nvSpPr>
          <p:cNvPr id="76" name="Shape 21"/>
          <p:cNvSpPr/>
          <p:nvPr/>
        </p:nvSpPr>
        <p:spPr>
          <a:xfrm>
            <a:off x="676800" y="3502080"/>
            <a:ext cx="3602520" cy="1627200"/>
          </a:xfrm>
          <a:prstGeom prst="roundRect">
            <a:avLst>
              <a:gd name="adj" fmla="val 8989"/>
            </a:avLst>
          </a:prstGeom>
          <a:solidFill>
            <a:srgbClr val="eaf5f2"/>
          </a:solidFill>
          <a:ln w="12700">
            <a:solidFill>
              <a:srgbClr val="eaf5f2">
                <a:alpha val="0"/>
              </a:srgbClr>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77" name="Shape 22"/>
          <p:cNvSpPr/>
          <p:nvPr/>
        </p:nvSpPr>
        <p:spPr>
          <a:xfrm>
            <a:off x="850320" y="3657600"/>
            <a:ext cx="475200" cy="328680"/>
          </a:xfrm>
          <a:prstGeom prst="roundRect">
            <a:avLst>
              <a:gd name="adj" fmla="val 44444"/>
            </a:avLst>
          </a:prstGeom>
          <a:solidFill>
            <a:srgbClr val="047e83"/>
          </a:solidFill>
          <a:ln w="12700">
            <a:solidFill>
              <a:srgbClr val="047e83">
                <a:alpha val="0"/>
              </a:srgbClr>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8" name="Text 23"/>
          <p:cNvSpPr/>
          <p:nvPr/>
        </p:nvSpPr>
        <p:spPr>
          <a:xfrm>
            <a:off x="923400" y="3684960"/>
            <a:ext cx="328680" cy="264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 strike="noStrike">
                <a:solidFill>
                  <a:srgbClr val="ffffff"/>
                </a:solidFill>
                <a:latin typeface="Aptos"/>
                <a:ea typeface="Aptos"/>
              </a:rPr>
              <a:t>04</a:t>
            </a:r>
            <a:endParaRPr b="0" lang="en-US" sz="1100" spc="-1" strike="noStrike">
              <a:solidFill>
                <a:srgbClr val="000000"/>
              </a:solidFill>
              <a:latin typeface="Arial"/>
            </a:endParaRPr>
          </a:p>
        </p:txBody>
      </p:sp>
      <p:sp>
        <p:nvSpPr>
          <p:cNvPr id="79" name="Text 24"/>
          <p:cNvSpPr/>
          <p:nvPr/>
        </p:nvSpPr>
        <p:spPr>
          <a:xfrm>
            <a:off x="1444680" y="3639240"/>
            <a:ext cx="2633040" cy="411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700" spc="-1" strike="noStrike">
                <a:solidFill>
                  <a:srgbClr val="1d304b"/>
                </a:solidFill>
                <a:latin typeface="Aptos"/>
                <a:ea typeface="Aptos"/>
              </a:rPr>
              <a:t>Discover patterns</a:t>
            </a:r>
            <a:endParaRPr b="0" lang="en-US" sz="1700" spc="-1" strike="noStrike">
              <a:solidFill>
                <a:srgbClr val="000000"/>
              </a:solidFill>
              <a:latin typeface="Arial"/>
            </a:endParaRPr>
          </a:p>
        </p:txBody>
      </p:sp>
      <p:sp>
        <p:nvSpPr>
          <p:cNvPr id="80" name="Text 25"/>
          <p:cNvSpPr/>
          <p:nvPr/>
        </p:nvSpPr>
        <p:spPr>
          <a:xfrm>
            <a:off x="859680" y="4288680"/>
            <a:ext cx="3236760" cy="6123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400" spc="-1" strike="noStrike">
                <a:solidFill>
                  <a:srgbClr val="66778a"/>
                </a:solidFill>
                <a:latin typeface="Aptos"/>
                <a:ea typeface="Aptos"/>
              </a:rPr>
              <a:t>PCA; clustering; association rules</a:t>
            </a:r>
            <a:endParaRPr b="0" lang="en-US" sz="1400" spc="-1" strike="noStrike">
              <a:solidFill>
                <a:srgbClr val="000000"/>
              </a:solidFill>
              <a:latin typeface="Arial"/>
            </a:endParaRPr>
          </a:p>
        </p:txBody>
      </p:sp>
      <p:sp>
        <p:nvSpPr>
          <p:cNvPr id="81" name="Shape 26"/>
          <p:cNvSpPr/>
          <p:nvPr/>
        </p:nvSpPr>
        <p:spPr>
          <a:xfrm>
            <a:off x="4507920" y="3502080"/>
            <a:ext cx="3602520" cy="1627200"/>
          </a:xfrm>
          <a:prstGeom prst="roundRect">
            <a:avLst>
              <a:gd name="adj" fmla="val 8989"/>
            </a:avLst>
          </a:prstGeom>
          <a:solidFill>
            <a:srgbClr val="eaf5f2"/>
          </a:solidFill>
          <a:ln w="12700">
            <a:solidFill>
              <a:srgbClr val="eaf5f2">
                <a:alpha val="0"/>
              </a:srgbClr>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82" name="Shape 27"/>
          <p:cNvSpPr/>
          <p:nvPr/>
        </p:nvSpPr>
        <p:spPr>
          <a:xfrm>
            <a:off x="4681800" y="3657600"/>
            <a:ext cx="475200" cy="328680"/>
          </a:xfrm>
          <a:prstGeom prst="roundRect">
            <a:avLst>
              <a:gd name="adj" fmla="val 44444"/>
            </a:avLst>
          </a:prstGeom>
          <a:solidFill>
            <a:srgbClr val="047e83"/>
          </a:solidFill>
          <a:ln w="12700">
            <a:solidFill>
              <a:srgbClr val="047e83">
                <a:alpha val="0"/>
              </a:srgbClr>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83" name="Text 28"/>
          <p:cNvSpPr/>
          <p:nvPr/>
        </p:nvSpPr>
        <p:spPr>
          <a:xfrm>
            <a:off x="4754880" y="3684960"/>
            <a:ext cx="328680" cy="264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 strike="noStrike">
                <a:solidFill>
                  <a:srgbClr val="ffffff"/>
                </a:solidFill>
                <a:latin typeface="Aptos"/>
                <a:ea typeface="Aptos"/>
              </a:rPr>
              <a:t>05</a:t>
            </a:r>
            <a:endParaRPr b="0" lang="en-US" sz="1100" spc="-1" strike="noStrike">
              <a:solidFill>
                <a:srgbClr val="000000"/>
              </a:solidFill>
              <a:latin typeface="Arial"/>
            </a:endParaRPr>
          </a:p>
        </p:txBody>
      </p:sp>
      <p:sp>
        <p:nvSpPr>
          <p:cNvPr id="84" name="Text 29"/>
          <p:cNvSpPr/>
          <p:nvPr/>
        </p:nvSpPr>
        <p:spPr>
          <a:xfrm>
            <a:off x="5276160" y="3639240"/>
            <a:ext cx="2633040" cy="411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700" spc="-1" strike="noStrike">
                <a:solidFill>
                  <a:srgbClr val="1d304b"/>
                </a:solidFill>
                <a:latin typeface="Aptos"/>
                <a:ea typeface="Aptos"/>
              </a:rPr>
              <a:t>Develop models</a:t>
            </a:r>
            <a:endParaRPr b="0" lang="en-US" sz="1700" spc="-1" strike="noStrike">
              <a:solidFill>
                <a:srgbClr val="000000"/>
              </a:solidFill>
              <a:latin typeface="Arial"/>
            </a:endParaRPr>
          </a:p>
        </p:txBody>
      </p:sp>
      <p:sp>
        <p:nvSpPr>
          <p:cNvPr id="85" name="Text 30"/>
          <p:cNvSpPr/>
          <p:nvPr/>
        </p:nvSpPr>
        <p:spPr>
          <a:xfrm>
            <a:off x="4690800" y="4288680"/>
            <a:ext cx="3236760" cy="6123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400" spc="-1" strike="noStrike">
                <a:solidFill>
                  <a:srgbClr val="66778a"/>
                </a:solidFill>
                <a:latin typeface="Aptos"/>
                <a:ea typeface="Aptos"/>
              </a:rPr>
              <a:t>Logistic regression; decision trees</a:t>
            </a:r>
            <a:endParaRPr b="0" lang="en-US" sz="1400" spc="-1" strike="noStrike">
              <a:solidFill>
                <a:srgbClr val="000000"/>
              </a:solidFill>
              <a:latin typeface="Arial"/>
            </a:endParaRPr>
          </a:p>
        </p:txBody>
      </p:sp>
      <p:sp>
        <p:nvSpPr>
          <p:cNvPr id="86" name="Shape 31"/>
          <p:cNvSpPr/>
          <p:nvPr/>
        </p:nvSpPr>
        <p:spPr>
          <a:xfrm>
            <a:off x="8339400" y="3502080"/>
            <a:ext cx="3602520" cy="1627200"/>
          </a:xfrm>
          <a:prstGeom prst="roundRect">
            <a:avLst>
              <a:gd name="adj" fmla="val 8989"/>
            </a:avLst>
          </a:prstGeom>
          <a:solidFill>
            <a:srgbClr val="eaf5f2"/>
          </a:solidFill>
          <a:ln w="12700">
            <a:solidFill>
              <a:srgbClr val="eaf5f2">
                <a:alpha val="0"/>
              </a:srgbClr>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87" name="Shape 32"/>
          <p:cNvSpPr/>
          <p:nvPr/>
        </p:nvSpPr>
        <p:spPr>
          <a:xfrm>
            <a:off x="8512920" y="3657600"/>
            <a:ext cx="475200" cy="328680"/>
          </a:xfrm>
          <a:prstGeom prst="roundRect">
            <a:avLst>
              <a:gd name="adj" fmla="val 44444"/>
            </a:avLst>
          </a:prstGeom>
          <a:solidFill>
            <a:srgbClr val="2e6cb7"/>
          </a:solidFill>
          <a:ln w="12700">
            <a:solidFill>
              <a:srgbClr val="2e6cb7">
                <a:alpha val="0"/>
              </a:srgbClr>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88" name="Text 33"/>
          <p:cNvSpPr/>
          <p:nvPr/>
        </p:nvSpPr>
        <p:spPr>
          <a:xfrm>
            <a:off x="8586360" y="3684960"/>
            <a:ext cx="328680" cy="264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 strike="noStrike">
                <a:solidFill>
                  <a:srgbClr val="ffffff"/>
                </a:solidFill>
                <a:latin typeface="Aptos"/>
                <a:ea typeface="Aptos"/>
              </a:rPr>
              <a:t>06</a:t>
            </a:r>
            <a:endParaRPr b="0" lang="en-US" sz="1100" spc="-1" strike="noStrike">
              <a:solidFill>
                <a:srgbClr val="000000"/>
              </a:solidFill>
              <a:latin typeface="Arial"/>
            </a:endParaRPr>
          </a:p>
        </p:txBody>
      </p:sp>
      <p:sp>
        <p:nvSpPr>
          <p:cNvPr id="89" name="Text 34"/>
          <p:cNvSpPr/>
          <p:nvPr/>
        </p:nvSpPr>
        <p:spPr>
          <a:xfrm>
            <a:off x="9107280" y="3639240"/>
            <a:ext cx="2633040" cy="411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700" spc="-1" strike="noStrike">
                <a:solidFill>
                  <a:srgbClr val="1d304b"/>
                </a:solidFill>
                <a:latin typeface="Aptos"/>
                <a:ea typeface="Aptos"/>
              </a:rPr>
              <a:t>Defend decisions</a:t>
            </a:r>
            <a:endParaRPr b="0" lang="en-US" sz="1700" spc="-1" strike="noStrike">
              <a:solidFill>
                <a:srgbClr val="000000"/>
              </a:solidFill>
              <a:latin typeface="Arial"/>
            </a:endParaRPr>
          </a:p>
        </p:txBody>
      </p:sp>
      <p:sp>
        <p:nvSpPr>
          <p:cNvPr id="90" name="Text 35"/>
          <p:cNvSpPr/>
          <p:nvPr/>
        </p:nvSpPr>
        <p:spPr>
          <a:xfrm>
            <a:off x="8522280" y="4288680"/>
            <a:ext cx="3236760" cy="6123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400" spc="-1" strike="noStrike">
                <a:solidFill>
                  <a:srgbClr val="66778a"/>
                </a:solidFill>
                <a:latin typeface="Aptos"/>
                <a:ea typeface="Aptos"/>
              </a:rPr>
              <a:t>Stratified validation; recall; calibration; ethics</a:t>
            </a:r>
            <a:endParaRPr b="0" lang="en-US" sz="1400" spc="-1" strike="noStrike">
              <a:solidFill>
                <a:srgbClr val="000000"/>
              </a:solidFill>
              <a:latin typeface="Arial"/>
            </a:endParaRPr>
          </a:p>
        </p:txBody>
      </p:sp>
      <p:sp>
        <p:nvSpPr>
          <p:cNvPr id="91" name="Shape 36"/>
          <p:cNvSpPr/>
          <p:nvPr/>
        </p:nvSpPr>
        <p:spPr>
          <a:xfrm>
            <a:off x="694800" y="5715000"/>
            <a:ext cx="10807920" cy="411120"/>
          </a:xfrm>
          <a:prstGeom prst="roundRect">
            <a:avLst>
              <a:gd name="adj" fmla="val 35556"/>
            </a:avLst>
          </a:prstGeom>
          <a:solidFill>
            <a:srgbClr val="101f35"/>
          </a:solidFill>
          <a:ln w="12700">
            <a:solidFill>
              <a:srgbClr val="101f35">
                <a:alpha val="0"/>
              </a:srgbClr>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92" name="Text 37"/>
          <p:cNvSpPr/>
          <p:nvPr/>
        </p:nvSpPr>
        <p:spPr>
          <a:xfrm>
            <a:off x="914400" y="5779080"/>
            <a:ext cx="10369080" cy="246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300" spc="-1" strike="noStrike">
                <a:solidFill>
                  <a:srgbClr val="ffffff"/>
                </a:solidFill>
                <a:latin typeface="Aptos"/>
                <a:ea typeface="Aptos"/>
              </a:rPr>
              <a:t>Every lab: pre-lab preparation → guided practice → independent challenge → feedback + reflection</a:t>
            </a:r>
            <a:endParaRPr b="0" lang="en-US" sz="13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bg>
      <p:bgPr>
        <a:solidFill>
          <a:srgbClr val="ffffff"/>
        </a:solidFill>
      </p:bgPr>
    </p:bg>
    <p:spTree>
      <p:nvGrpSpPr>
        <p:cNvPr id="1" name=""/>
        <p:cNvGrpSpPr/>
        <p:nvPr/>
      </p:nvGrpSpPr>
      <p:grpSpPr>
        <a:xfrm>
          <a:off x="0" y="0"/>
          <a:ext cx="0" cy="0"/>
          <a:chOff x="0" y="0"/>
          <a:chExt cx="0" cy="0"/>
        </a:xfrm>
      </p:grpSpPr>
      <p:sp>
        <p:nvSpPr>
          <p:cNvPr id="93" name="Shape 0"/>
          <p:cNvSpPr/>
          <p:nvPr/>
        </p:nvSpPr>
        <p:spPr>
          <a:xfrm>
            <a:off x="0" y="0"/>
            <a:ext cx="12188520" cy="164160"/>
          </a:xfrm>
          <a:prstGeom prst="rect">
            <a:avLst/>
          </a:prstGeom>
          <a:solidFill>
            <a:srgbClr val="047e83"/>
          </a:solidFill>
          <a:ln w="12700">
            <a:solidFill>
              <a:srgbClr val="047e83">
                <a:alpha val="0"/>
              </a:srgbClr>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94" name="Text 1"/>
          <p:cNvSpPr/>
          <p:nvPr/>
        </p:nvSpPr>
        <p:spPr>
          <a:xfrm>
            <a:off x="594360" y="402480"/>
            <a:ext cx="11018160" cy="511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800" spc="-1" strike="noStrike">
                <a:solidFill>
                  <a:srgbClr val="101f35"/>
                </a:solidFill>
                <a:latin typeface="Aptos"/>
                <a:ea typeface="Aptos"/>
              </a:rPr>
              <a:t>Worked lab challenge: the 92% accuracy trap</a:t>
            </a:r>
            <a:endParaRPr b="0" lang="en-US" sz="2800" spc="-1" strike="noStrike">
              <a:solidFill>
                <a:srgbClr val="000000"/>
              </a:solidFill>
              <a:latin typeface="Arial"/>
            </a:endParaRPr>
          </a:p>
        </p:txBody>
      </p:sp>
      <p:sp>
        <p:nvSpPr>
          <p:cNvPr id="95" name="Text 2"/>
          <p:cNvSpPr/>
          <p:nvPr/>
        </p:nvSpPr>
        <p:spPr>
          <a:xfrm>
            <a:off x="603360" y="978480"/>
            <a:ext cx="1097244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400" spc="-1" strike="noStrike">
                <a:solidFill>
                  <a:srgbClr val="66778a"/>
                </a:solidFill>
                <a:latin typeface="Aptos"/>
                <a:ea typeface="Aptos"/>
              </a:rPr>
              <a:t>Synthetic 1,000-case confusion matrix; positive class = high severity</a:t>
            </a:r>
            <a:endParaRPr b="0" lang="en-US" sz="1400" spc="-1" strike="noStrike">
              <a:solidFill>
                <a:srgbClr val="000000"/>
              </a:solidFill>
              <a:latin typeface="Arial"/>
            </a:endParaRPr>
          </a:p>
        </p:txBody>
      </p:sp>
      <p:sp>
        <p:nvSpPr>
          <p:cNvPr id="96" name="Shape 3"/>
          <p:cNvSpPr/>
          <p:nvPr/>
        </p:nvSpPr>
        <p:spPr>
          <a:xfrm>
            <a:off x="594360" y="6464880"/>
            <a:ext cx="11009160" cy="13320"/>
          </a:xfrm>
          <a:prstGeom prst="rect">
            <a:avLst/>
          </a:prstGeom>
          <a:solidFill>
            <a:srgbClr val="dce6ec"/>
          </a:solidFill>
          <a:ln w="12700">
            <a:solidFill>
              <a:srgbClr val="dce6ec">
                <a:alpha val="0"/>
              </a:srgbClr>
            </a:solidFill>
            <a:round/>
          </a:ln>
        </p:spPr>
        <p:style>
          <a:lnRef idx="0"/>
          <a:fillRef idx="0"/>
          <a:effectRef idx="0"/>
          <a:fontRef idx="minor"/>
        </p:style>
        <p:txBody>
          <a:bodyPr lIns="90000" rIns="90000" tIns="-31320" bIns="-31320" anchor="t">
            <a:noAutofit/>
          </a:bodyPr>
          <a:p>
            <a:endParaRPr b="0" lang="en-US" sz="1800" spc="-1" strike="noStrike">
              <a:solidFill>
                <a:srgbClr val="000000"/>
              </a:solidFill>
              <a:latin typeface="Arial"/>
            </a:endParaRPr>
          </a:p>
        </p:txBody>
      </p:sp>
      <p:sp>
        <p:nvSpPr>
          <p:cNvPr id="97" name="Text 4"/>
          <p:cNvSpPr/>
          <p:nvPr/>
        </p:nvSpPr>
        <p:spPr>
          <a:xfrm>
            <a:off x="594360" y="6528960"/>
            <a:ext cx="9143640" cy="164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00" spc="-1" strike="noStrike">
                <a:solidFill>
                  <a:srgbClr val="66778a"/>
                </a:solidFill>
                <a:latin typeface="Aptos"/>
                <a:ea typeface="Aptos"/>
              </a:rPr>
              <a:t>LEVEL 7  •  DATA ANALYTICS: TOOLS &amp; TECHNIQUES</a:t>
            </a:r>
            <a:endParaRPr b="0" lang="en-US" sz="900" spc="-1" strike="noStrike">
              <a:solidFill>
                <a:srgbClr val="000000"/>
              </a:solidFill>
              <a:latin typeface="Arial"/>
            </a:endParaRPr>
          </a:p>
        </p:txBody>
      </p:sp>
      <p:sp>
        <p:nvSpPr>
          <p:cNvPr id="98" name="Text 5"/>
          <p:cNvSpPr/>
          <p:nvPr/>
        </p:nvSpPr>
        <p:spPr>
          <a:xfrm>
            <a:off x="11064240" y="6510600"/>
            <a:ext cx="493560" cy="18252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1000" spc="-1" strike="noStrike">
                <a:solidFill>
                  <a:srgbClr val="66778a"/>
                </a:solidFill>
                <a:latin typeface="Aptos"/>
                <a:ea typeface="Aptos"/>
              </a:rPr>
              <a:t>05</a:t>
            </a:r>
            <a:endParaRPr b="0" lang="en-US" sz="1000" spc="-1" strike="noStrike">
              <a:solidFill>
                <a:srgbClr val="000000"/>
              </a:solidFill>
              <a:latin typeface="Arial"/>
            </a:endParaRPr>
          </a:p>
        </p:txBody>
      </p:sp>
      <p:sp>
        <p:nvSpPr>
          <p:cNvPr id="99" name="Shape 6"/>
          <p:cNvSpPr/>
          <p:nvPr/>
        </p:nvSpPr>
        <p:spPr>
          <a:xfrm>
            <a:off x="722520" y="1609200"/>
            <a:ext cx="6217560" cy="3456000"/>
          </a:xfrm>
          <a:prstGeom prst="roundRect">
            <a:avLst>
              <a:gd name="adj" fmla="val 4233"/>
            </a:avLst>
          </a:prstGeom>
          <a:solidFill>
            <a:srgbClr val="eff5f8"/>
          </a:solidFill>
          <a:ln w="12700">
            <a:solidFill>
              <a:srgbClr val="eff5f8">
                <a:alpha val="0"/>
              </a:srgbClr>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0" name="Text 7"/>
          <p:cNvSpPr/>
          <p:nvPr/>
        </p:nvSpPr>
        <p:spPr>
          <a:xfrm>
            <a:off x="1033200" y="1810440"/>
            <a:ext cx="5394600" cy="292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66778a"/>
                </a:solidFill>
                <a:latin typeface="Aptos"/>
                <a:ea typeface="Aptos"/>
              </a:rPr>
              <a:t>ACTUAL  /  PREDICTED</a:t>
            </a:r>
            <a:endParaRPr b="0" lang="en-US" sz="1300" spc="-1" strike="noStrike">
              <a:solidFill>
                <a:srgbClr val="000000"/>
              </a:solidFill>
              <a:latin typeface="Arial"/>
            </a:endParaRPr>
          </a:p>
        </p:txBody>
      </p:sp>
      <p:sp>
        <p:nvSpPr>
          <p:cNvPr id="101" name="Text 8"/>
          <p:cNvSpPr/>
          <p:nvPr/>
        </p:nvSpPr>
        <p:spPr>
          <a:xfrm>
            <a:off x="3438000" y="2350080"/>
            <a:ext cx="1279800" cy="319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rgbClr val="1d304b"/>
                </a:solidFill>
                <a:latin typeface="Aptos"/>
                <a:ea typeface="Aptos"/>
              </a:rPr>
              <a:t>Low</a:t>
            </a:r>
            <a:endParaRPr b="0" lang="en-US" sz="1500" spc="-1" strike="noStrike">
              <a:solidFill>
                <a:srgbClr val="000000"/>
              </a:solidFill>
              <a:latin typeface="Arial"/>
            </a:endParaRPr>
          </a:p>
        </p:txBody>
      </p:sp>
      <p:sp>
        <p:nvSpPr>
          <p:cNvPr id="102" name="Text 9"/>
          <p:cNvSpPr/>
          <p:nvPr/>
        </p:nvSpPr>
        <p:spPr>
          <a:xfrm>
            <a:off x="5020200" y="2350080"/>
            <a:ext cx="1279800" cy="319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rgbClr val="1d304b"/>
                </a:solidFill>
                <a:latin typeface="Aptos"/>
                <a:ea typeface="Aptos"/>
              </a:rPr>
              <a:t>High</a:t>
            </a:r>
            <a:endParaRPr b="0" lang="en-US" sz="1500" spc="-1" strike="noStrike">
              <a:solidFill>
                <a:srgbClr val="000000"/>
              </a:solidFill>
              <a:latin typeface="Arial"/>
            </a:endParaRPr>
          </a:p>
        </p:txBody>
      </p:sp>
      <p:sp>
        <p:nvSpPr>
          <p:cNvPr id="103" name="Text 10"/>
          <p:cNvSpPr/>
          <p:nvPr/>
        </p:nvSpPr>
        <p:spPr>
          <a:xfrm>
            <a:off x="1316880" y="2962800"/>
            <a:ext cx="132552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pc="-1" strike="noStrike">
                <a:solidFill>
                  <a:srgbClr val="1d304b"/>
                </a:solidFill>
                <a:latin typeface="Aptos"/>
                <a:ea typeface="Aptos"/>
              </a:rPr>
              <a:t>Low</a:t>
            </a:r>
            <a:endParaRPr b="0" lang="en-US" sz="1500" spc="-1" strike="noStrike">
              <a:solidFill>
                <a:srgbClr val="000000"/>
              </a:solidFill>
              <a:latin typeface="Arial"/>
            </a:endParaRPr>
          </a:p>
        </p:txBody>
      </p:sp>
      <p:sp>
        <p:nvSpPr>
          <p:cNvPr id="104" name="Text 11"/>
          <p:cNvSpPr/>
          <p:nvPr/>
        </p:nvSpPr>
        <p:spPr>
          <a:xfrm>
            <a:off x="1316880" y="3904560"/>
            <a:ext cx="132552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pc="-1" strike="noStrike">
                <a:solidFill>
                  <a:srgbClr val="1d304b"/>
                </a:solidFill>
                <a:latin typeface="Aptos"/>
                <a:ea typeface="Aptos"/>
              </a:rPr>
              <a:t>High</a:t>
            </a:r>
            <a:endParaRPr b="0" lang="en-US" sz="1500" spc="-1" strike="noStrike">
              <a:solidFill>
                <a:srgbClr val="000000"/>
              </a:solidFill>
              <a:latin typeface="Arial"/>
            </a:endParaRPr>
          </a:p>
        </p:txBody>
      </p:sp>
      <p:sp>
        <p:nvSpPr>
          <p:cNvPr id="105" name="Shape 12"/>
          <p:cNvSpPr/>
          <p:nvPr/>
        </p:nvSpPr>
        <p:spPr>
          <a:xfrm>
            <a:off x="3246120" y="2752200"/>
            <a:ext cx="1416960" cy="758520"/>
          </a:xfrm>
          <a:prstGeom prst="roundRect">
            <a:avLst>
              <a:gd name="adj" fmla="val 19277"/>
            </a:avLst>
          </a:prstGeom>
          <a:solidFill>
            <a:srgbClr val="daeaf6"/>
          </a:solidFill>
          <a:ln w="12700">
            <a:solidFill>
              <a:srgbClr val="daeaf6">
                <a:alpha val="0"/>
              </a:srgbClr>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6" name="Text 13"/>
          <p:cNvSpPr/>
          <p:nvPr/>
        </p:nvSpPr>
        <p:spPr>
          <a:xfrm>
            <a:off x="3246120" y="2843640"/>
            <a:ext cx="1416960" cy="5482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500" spc="-1" strike="noStrike">
                <a:solidFill>
                  <a:srgbClr val="1d304b"/>
                </a:solidFill>
                <a:latin typeface="Aptos"/>
                <a:ea typeface="Aptos"/>
              </a:rPr>
              <a:t>890</a:t>
            </a:r>
            <a:endParaRPr b="0" lang="en-US" sz="2500" spc="-1" strike="noStrike">
              <a:solidFill>
                <a:srgbClr val="000000"/>
              </a:solidFill>
              <a:latin typeface="Arial"/>
            </a:endParaRPr>
          </a:p>
        </p:txBody>
      </p:sp>
      <p:sp>
        <p:nvSpPr>
          <p:cNvPr id="107" name="Shape 14"/>
          <p:cNvSpPr/>
          <p:nvPr/>
        </p:nvSpPr>
        <p:spPr>
          <a:xfrm>
            <a:off x="4855320" y="2752200"/>
            <a:ext cx="1416960" cy="758520"/>
          </a:xfrm>
          <a:prstGeom prst="roundRect">
            <a:avLst>
              <a:gd name="adj" fmla="val 19277"/>
            </a:avLst>
          </a:prstGeom>
          <a:solidFill>
            <a:srgbClr val="e7ebf1"/>
          </a:solidFill>
          <a:ln w="12700">
            <a:solidFill>
              <a:srgbClr val="e7ebf1">
                <a:alpha val="0"/>
              </a:srgbClr>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8" name="Text 15"/>
          <p:cNvSpPr/>
          <p:nvPr/>
        </p:nvSpPr>
        <p:spPr>
          <a:xfrm>
            <a:off x="4855320" y="2843640"/>
            <a:ext cx="1416960" cy="5482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500" spc="-1" strike="noStrike">
                <a:solidFill>
                  <a:srgbClr val="1d304b"/>
                </a:solidFill>
                <a:latin typeface="Aptos"/>
                <a:ea typeface="Aptos"/>
              </a:rPr>
              <a:t>10</a:t>
            </a:r>
            <a:endParaRPr b="0" lang="en-US" sz="2500" spc="-1" strike="noStrike">
              <a:solidFill>
                <a:srgbClr val="000000"/>
              </a:solidFill>
              <a:latin typeface="Arial"/>
            </a:endParaRPr>
          </a:p>
        </p:txBody>
      </p:sp>
      <p:sp>
        <p:nvSpPr>
          <p:cNvPr id="109" name="Shape 16"/>
          <p:cNvSpPr/>
          <p:nvPr/>
        </p:nvSpPr>
        <p:spPr>
          <a:xfrm>
            <a:off x="3246120" y="3684960"/>
            <a:ext cx="1416960" cy="758520"/>
          </a:xfrm>
          <a:prstGeom prst="roundRect">
            <a:avLst>
              <a:gd name="adj" fmla="val 19277"/>
            </a:avLst>
          </a:prstGeom>
          <a:solidFill>
            <a:srgbClr val="ffe6d4"/>
          </a:solidFill>
          <a:ln w="12700">
            <a:solidFill>
              <a:srgbClr val="ffe6d4">
                <a:alpha val="0"/>
              </a:srgbClr>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10" name="Text 17"/>
          <p:cNvSpPr/>
          <p:nvPr/>
        </p:nvSpPr>
        <p:spPr>
          <a:xfrm>
            <a:off x="3246120" y="3776400"/>
            <a:ext cx="1416960" cy="5482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500" spc="-1" strike="noStrike">
                <a:solidFill>
                  <a:srgbClr val="1d304b"/>
                </a:solidFill>
                <a:latin typeface="Aptos"/>
                <a:ea typeface="Aptos"/>
              </a:rPr>
              <a:t>70</a:t>
            </a:r>
            <a:endParaRPr b="0" lang="en-US" sz="2500" spc="-1" strike="noStrike">
              <a:solidFill>
                <a:srgbClr val="000000"/>
              </a:solidFill>
              <a:latin typeface="Arial"/>
            </a:endParaRPr>
          </a:p>
        </p:txBody>
      </p:sp>
      <p:sp>
        <p:nvSpPr>
          <p:cNvPr id="111" name="Shape 18"/>
          <p:cNvSpPr/>
          <p:nvPr/>
        </p:nvSpPr>
        <p:spPr>
          <a:xfrm>
            <a:off x="4855320" y="3684960"/>
            <a:ext cx="1416960" cy="758520"/>
          </a:xfrm>
          <a:prstGeom prst="roundRect">
            <a:avLst>
              <a:gd name="adj" fmla="val 19277"/>
            </a:avLst>
          </a:prstGeom>
          <a:solidFill>
            <a:srgbClr val="c9ede4"/>
          </a:solidFill>
          <a:ln w="12700">
            <a:solidFill>
              <a:srgbClr val="c9ede4">
                <a:alpha val="0"/>
              </a:srgbClr>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12" name="Text 19"/>
          <p:cNvSpPr/>
          <p:nvPr/>
        </p:nvSpPr>
        <p:spPr>
          <a:xfrm>
            <a:off x="4855320" y="3776400"/>
            <a:ext cx="1416960" cy="5482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500" spc="-1" strike="noStrike">
                <a:solidFill>
                  <a:srgbClr val="1d304b"/>
                </a:solidFill>
                <a:latin typeface="Aptos"/>
                <a:ea typeface="Aptos"/>
              </a:rPr>
              <a:t>30</a:t>
            </a:r>
            <a:endParaRPr b="0" lang="en-US" sz="2500" spc="-1" strike="noStrike">
              <a:solidFill>
                <a:srgbClr val="000000"/>
              </a:solidFill>
              <a:latin typeface="Arial"/>
            </a:endParaRPr>
          </a:p>
        </p:txBody>
      </p:sp>
      <p:sp>
        <p:nvSpPr>
          <p:cNvPr id="113" name="Shape 20"/>
          <p:cNvSpPr/>
          <p:nvPr/>
        </p:nvSpPr>
        <p:spPr>
          <a:xfrm>
            <a:off x="7342560" y="1609200"/>
            <a:ext cx="4014000" cy="1490040"/>
          </a:xfrm>
          <a:prstGeom prst="roundRect">
            <a:avLst>
              <a:gd name="adj" fmla="val 9816"/>
            </a:avLst>
          </a:prstGeom>
          <a:solidFill>
            <a:srgbClr val="eaf5f2"/>
          </a:solidFill>
          <a:ln w="12700">
            <a:solidFill>
              <a:srgbClr val="eaf5f2">
                <a:alpha val="0"/>
              </a:srgbClr>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14" name="Text 21"/>
          <p:cNvSpPr/>
          <p:nvPr/>
        </p:nvSpPr>
        <p:spPr>
          <a:xfrm>
            <a:off x="7644240" y="1874520"/>
            <a:ext cx="333720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047e83"/>
                </a:solidFill>
                <a:latin typeface="Aptos"/>
                <a:ea typeface="Aptos"/>
              </a:rPr>
              <a:t>ACCURACY</a:t>
            </a:r>
            <a:endParaRPr b="0" lang="en-US" sz="1300" spc="-1" strike="noStrike">
              <a:solidFill>
                <a:srgbClr val="000000"/>
              </a:solidFill>
              <a:latin typeface="Arial"/>
            </a:endParaRPr>
          </a:p>
        </p:txBody>
      </p:sp>
      <p:sp>
        <p:nvSpPr>
          <p:cNvPr id="115" name="Text 22"/>
          <p:cNvSpPr/>
          <p:nvPr/>
        </p:nvSpPr>
        <p:spPr>
          <a:xfrm>
            <a:off x="7644240" y="2203560"/>
            <a:ext cx="3108600" cy="6854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500" spc="-1" strike="noStrike">
                <a:solidFill>
                  <a:srgbClr val="1d304b"/>
                </a:solidFill>
                <a:latin typeface="Aptos"/>
                <a:ea typeface="Aptos"/>
              </a:rPr>
              <a:t>92%</a:t>
            </a:r>
            <a:endParaRPr b="0" lang="en-US" sz="3500" spc="-1" strike="noStrike">
              <a:solidFill>
                <a:srgbClr val="000000"/>
              </a:solidFill>
              <a:latin typeface="Arial"/>
            </a:endParaRPr>
          </a:p>
        </p:txBody>
      </p:sp>
      <p:sp>
        <p:nvSpPr>
          <p:cNvPr id="116" name="Shape 23"/>
          <p:cNvSpPr/>
          <p:nvPr/>
        </p:nvSpPr>
        <p:spPr>
          <a:xfrm>
            <a:off x="7342560" y="3300840"/>
            <a:ext cx="4014000" cy="1490040"/>
          </a:xfrm>
          <a:prstGeom prst="roundRect">
            <a:avLst>
              <a:gd name="adj" fmla="val 9816"/>
            </a:avLst>
          </a:prstGeom>
          <a:solidFill>
            <a:srgbClr val="fff0e1"/>
          </a:solidFill>
          <a:ln w="12700">
            <a:solidFill>
              <a:srgbClr val="fff0e1">
                <a:alpha val="0"/>
              </a:srgbClr>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17" name="Text 24"/>
          <p:cNvSpPr/>
          <p:nvPr/>
        </p:nvSpPr>
        <p:spPr>
          <a:xfrm>
            <a:off x="7644240" y="3547800"/>
            <a:ext cx="335556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1" strike="noStrike">
                <a:solidFill>
                  <a:srgbClr val="9d621e"/>
                </a:solidFill>
                <a:latin typeface="Aptos"/>
                <a:ea typeface="Aptos"/>
              </a:rPr>
              <a:t>HIGH-SEVERITY RECALL</a:t>
            </a:r>
            <a:endParaRPr b="0" lang="en-US" sz="1200" spc="-1" strike="noStrike">
              <a:solidFill>
                <a:srgbClr val="000000"/>
              </a:solidFill>
              <a:latin typeface="Arial"/>
            </a:endParaRPr>
          </a:p>
        </p:txBody>
      </p:sp>
      <p:sp>
        <p:nvSpPr>
          <p:cNvPr id="118" name="Text 25"/>
          <p:cNvSpPr/>
          <p:nvPr/>
        </p:nvSpPr>
        <p:spPr>
          <a:xfrm>
            <a:off x="7644240" y="3877200"/>
            <a:ext cx="3108600" cy="6670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500" spc="-1" strike="noStrike">
                <a:solidFill>
                  <a:srgbClr val="1d304b"/>
                </a:solidFill>
                <a:latin typeface="Aptos"/>
                <a:ea typeface="Aptos"/>
              </a:rPr>
              <a:t>30%</a:t>
            </a:r>
            <a:endParaRPr b="0" lang="en-US" sz="3500" spc="-1" strike="noStrike">
              <a:solidFill>
                <a:srgbClr val="000000"/>
              </a:solidFill>
              <a:latin typeface="Arial"/>
            </a:endParaRPr>
          </a:p>
        </p:txBody>
      </p:sp>
      <p:sp>
        <p:nvSpPr>
          <p:cNvPr id="119" name="Text 26"/>
          <p:cNvSpPr/>
          <p:nvPr/>
        </p:nvSpPr>
        <p:spPr>
          <a:xfrm>
            <a:off x="795600" y="5394960"/>
            <a:ext cx="10423800" cy="5666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900" spc="-1" strike="noStrike">
                <a:solidFill>
                  <a:srgbClr val="101f35"/>
                </a:solidFill>
                <a:latin typeface="Aptos"/>
                <a:ea typeface="Aptos"/>
              </a:rPr>
              <a:t>Student prompt: Would you recommend this model? What else do you need to know?</a:t>
            </a:r>
            <a:endParaRPr b="0" lang="en-US" sz="1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0" name="Shape 0"/>
          <p:cNvSpPr/>
          <p:nvPr/>
        </p:nvSpPr>
        <p:spPr>
          <a:xfrm>
            <a:off x="0" y="0"/>
            <a:ext cx="12188520" cy="164160"/>
          </a:xfrm>
          <a:prstGeom prst="rect">
            <a:avLst/>
          </a:prstGeom>
          <a:solidFill>
            <a:srgbClr val="047e83"/>
          </a:solidFill>
          <a:ln w="12700">
            <a:solidFill>
              <a:srgbClr val="047e83">
                <a:alpha val="0"/>
              </a:srgbClr>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21" name="Text 1"/>
          <p:cNvSpPr/>
          <p:nvPr/>
        </p:nvSpPr>
        <p:spPr>
          <a:xfrm>
            <a:off x="594360" y="402480"/>
            <a:ext cx="11018160" cy="511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800" spc="-1" strike="noStrike">
                <a:solidFill>
                  <a:srgbClr val="101f35"/>
                </a:solidFill>
                <a:latin typeface="Aptos"/>
                <a:ea typeface="Aptos"/>
              </a:rPr>
              <a:t>Methodology</a:t>
            </a:r>
            <a:endParaRPr b="0" lang="en-US" sz="2800" spc="-1" strike="noStrike">
              <a:solidFill>
                <a:srgbClr val="000000"/>
              </a:solidFill>
              <a:latin typeface="Arial"/>
            </a:endParaRPr>
          </a:p>
        </p:txBody>
      </p:sp>
      <p:sp>
        <p:nvSpPr>
          <p:cNvPr id="122" name="Text 2"/>
          <p:cNvSpPr/>
          <p:nvPr/>
        </p:nvSpPr>
        <p:spPr>
          <a:xfrm>
            <a:off x="603360" y="978480"/>
            <a:ext cx="1097244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endParaRPr b="0" lang="en-US" sz="1800" spc="-1" strike="noStrike">
              <a:solidFill>
                <a:srgbClr val="000000"/>
              </a:solidFill>
              <a:latin typeface="Arial"/>
            </a:endParaRPr>
          </a:p>
        </p:txBody>
      </p:sp>
      <p:sp>
        <p:nvSpPr>
          <p:cNvPr id="123" name="Shape 3"/>
          <p:cNvSpPr/>
          <p:nvPr/>
        </p:nvSpPr>
        <p:spPr>
          <a:xfrm>
            <a:off x="594360" y="6464880"/>
            <a:ext cx="11009160" cy="13320"/>
          </a:xfrm>
          <a:prstGeom prst="rect">
            <a:avLst/>
          </a:prstGeom>
          <a:solidFill>
            <a:srgbClr val="dce6ec"/>
          </a:solidFill>
          <a:ln w="12700">
            <a:solidFill>
              <a:srgbClr val="dce6ec">
                <a:alpha val="0"/>
              </a:srgbClr>
            </a:solidFill>
            <a:round/>
          </a:ln>
        </p:spPr>
        <p:style>
          <a:lnRef idx="0"/>
          <a:fillRef idx="0"/>
          <a:effectRef idx="0"/>
          <a:fontRef idx="minor"/>
        </p:style>
        <p:txBody>
          <a:bodyPr lIns="90000" rIns="90000" tIns="-31320" bIns="-31320" anchor="t">
            <a:noAutofit/>
          </a:bodyPr>
          <a:p>
            <a:endParaRPr b="0" lang="en-US" sz="1800" spc="-1" strike="noStrike">
              <a:solidFill>
                <a:srgbClr val="000000"/>
              </a:solidFill>
              <a:latin typeface="Arial"/>
            </a:endParaRPr>
          </a:p>
        </p:txBody>
      </p:sp>
      <p:sp>
        <p:nvSpPr>
          <p:cNvPr id="124" name="Text 4"/>
          <p:cNvSpPr/>
          <p:nvPr/>
        </p:nvSpPr>
        <p:spPr>
          <a:xfrm>
            <a:off x="594360" y="6528960"/>
            <a:ext cx="9143640" cy="164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00" spc="-1" strike="noStrike">
                <a:solidFill>
                  <a:srgbClr val="66778a"/>
                </a:solidFill>
                <a:latin typeface="Aptos"/>
                <a:ea typeface="Aptos"/>
              </a:rPr>
              <a:t>LEVEL 7  •  DATA ANALYTICS: TOOLS &amp; TECHNIQUES</a:t>
            </a:r>
            <a:endParaRPr b="0" lang="en-US" sz="900" spc="-1" strike="noStrike">
              <a:solidFill>
                <a:srgbClr val="000000"/>
              </a:solidFill>
              <a:latin typeface="Arial"/>
            </a:endParaRPr>
          </a:p>
        </p:txBody>
      </p:sp>
      <p:sp>
        <p:nvSpPr>
          <p:cNvPr id="125" name="Text 5"/>
          <p:cNvSpPr/>
          <p:nvPr/>
        </p:nvSpPr>
        <p:spPr>
          <a:xfrm>
            <a:off x="11064240" y="6510600"/>
            <a:ext cx="493560" cy="18252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1000" spc="-1" strike="noStrike">
                <a:solidFill>
                  <a:srgbClr val="66778a"/>
                </a:solidFill>
                <a:latin typeface="Aptos"/>
                <a:ea typeface="Aptos"/>
              </a:rPr>
              <a:t>06</a:t>
            </a:r>
            <a:endParaRPr b="0" lang="en-US" sz="1000" spc="-1" strike="noStrike">
              <a:solidFill>
                <a:srgbClr val="000000"/>
              </a:solidFill>
              <a:latin typeface="Arial"/>
            </a:endParaRPr>
          </a:p>
        </p:txBody>
      </p:sp>
      <p:sp>
        <p:nvSpPr>
          <p:cNvPr id="126" name="Shape 6"/>
          <p:cNvSpPr/>
          <p:nvPr/>
        </p:nvSpPr>
        <p:spPr>
          <a:xfrm>
            <a:off x="685800" y="1673280"/>
            <a:ext cx="3163320" cy="4087080"/>
          </a:xfrm>
          <a:prstGeom prst="roundRect">
            <a:avLst>
              <a:gd name="adj" fmla="val 4624"/>
            </a:avLst>
          </a:prstGeom>
          <a:solidFill>
            <a:srgbClr val="eff5f8"/>
          </a:solidFill>
          <a:ln w="12700">
            <a:solidFill>
              <a:srgbClr val="eff5f8">
                <a:alpha val="0"/>
              </a:srgbClr>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27" name="Text 7"/>
          <p:cNvSpPr/>
          <p:nvPr/>
        </p:nvSpPr>
        <p:spPr>
          <a:xfrm>
            <a:off x="887040" y="1947600"/>
            <a:ext cx="2761200" cy="301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1" strike="noStrike">
                <a:solidFill>
                  <a:srgbClr val="047e83"/>
                </a:solidFill>
                <a:latin typeface="Aptos"/>
                <a:ea typeface="Aptos"/>
              </a:rPr>
              <a:t>BEFORE THE LAB</a:t>
            </a:r>
            <a:endParaRPr b="0" lang="en-US" sz="1200" spc="-1" strike="noStrike">
              <a:solidFill>
                <a:srgbClr val="000000"/>
              </a:solidFill>
              <a:latin typeface="Arial"/>
            </a:endParaRPr>
          </a:p>
        </p:txBody>
      </p:sp>
      <p:sp>
        <p:nvSpPr>
          <p:cNvPr id="128" name="Text 8"/>
          <p:cNvSpPr/>
          <p:nvPr/>
        </p:nvSpPr>
        <p:spPr>
          <a:xfrm>
            <a:off x="887040" y="2350080"/>
            <a:ext cx="2724480" cy="502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500" spc="-1" strike="noStrike">
                <a:solidFill>
                  <a:srgbClr val="1d304b"/>
                </a:solidFill>
                <a:latin typeface="Aptos"/>
                <a:ea typeface="Aptos"/>
              </a:rPr>
              <a:t>Prepare</a:t>
            </a:r>
            <a:endParaRPr b="0" lang="en-US" sz="2500" spc="-1" strike="noStrike">
              <a:solidFill>
                <a:srgbClr val="000000"/>
              </a:solidFill>
              <a:latin typeface="Arial"/>
            </a:endParaRPr>
          </a:p>
        </p:txBody>
      </p:sp>
      <p:sp>
        <p:nvSpPr>
          <p:cNvPr id="129" name="Shape 9"/>
          <p:cNvSpPr/>
          <p:nvPr/>
        </p:nvSpPr>
        <p:spPr>
          <a:xfrm>
            <a:off x="896040" y="3255120"/>
            <a:ext cx="82080" cy="82080"/>
          </a:xfrm>
          <a:prstGeom prst="roundRect">
            <a:avLst>
              <a:gd name="adj" fmla="val 177778"/>
            </a:avLst>
          </a:prstGeom>
          <a:solidFill>
            <a:srgbClr val="047e83"/>
          </a:solidFill>
          <a:ln w="12700">
            <a:solidFill>
              <a:srgbClr val="047e83">
                <a:alpha val="0"/>
              </a:srgbClr>
            </a:solidFill>
            <a:round/>
          </a:ln>
        </p:spPr>
        <p:style>
          <a:lnRef idx="0"/>
          <a:fillRef idx="0"/>
          <a:effectRef idx="0"/>
          <a:fontRef idx="minor"/>
        </p:style>
        <p:txBody>
          <a:bodyPr lIns="90000" rIns="90000" tIns="13320" bIns="13320" anchor="t">
            <a:noAutofit/>
          </a:bodyPr>
          <a:p>
            <a:endParaRPr b="0" lang="en-US" sz="1800" spc="-1" strike="noStrike">
              <a:solidFill>
                <a:srgbClr val="ffffff"/>
              </a:solidFill>
              <a:latin typeface="Arial"/>
            </a:endParaRPr>
          </a:p>
        </p:txBody>
      </p:sp>
      <p:sp>
        <p:nvSpPr>
          <p:cNvPr id="130" name="Text 10"/>
          <p:cNvSpPr/>
          <p:nvPr/>
        </p:nvSpPr>
        <p:spPr>
          <a:xfrm>
            <a:off x="1106280" y="3127320"/>
            <a:ext cx="2550960" cy="6123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400" spc="-1" strike="noStrike">
                <a:solidFill>
                  <a:srgbClr val="1d304b"/>
                </a:solidFill>
                <a:latin typeface="Aptos"/>
                <a:ea typeface="Aptos"/>
              </a:rPr>
              <a:t>Pre-lab 10-minute concept check</a:t>
            </a:r>
            <a:endParaRPr b="0" lang="en-US" sz="1400" spc="-1" strike="noStrike">
              <a:solidFill>
                <a:srgbClr val="000000"/>
              </a:solidFill>
              <a:latin typeface="Arial"/>
            </a:endParaRPr>
          </a:p>
        </p:txBody>
      </p:sp>
      <p:sp>
        <p:nvSpPr>
          <p:cNvPr id="131" name="Shape 11"/>
          <p:cNvSpPr/>
          <p:nvPr/>
        </p:nvSpPr>
        <p:spPr>
          <a:xfrm>
            <a:off x="896040" y="3895200"/>
            <a:ext cx="82080" cy="82080"/>
          </a:xfrm>
          <a:prstGeom prst="roundRect">
            <a:avLst>
              <a:gd name="adj" fmla="val 177778"/>
            </a:avLst>
          </a:prstGeom>
          <a:solidFill>
            <a:srgbClr val="047e83"/>
          </a:solidFill>
          <a:ln w="12700">
            <a:solidFill>
              <a:srgbClr val="047e83">
                <a:alpha val="0"/>
              </a:srgbClr>
            </a:solidFill>
            <a:round/>
          </a:ln>
        </p:spPr>
        <p:style>
          <a:lnRef idx="0"/>
          <a:fillRef idx="0"/>
          <a:effectRef idx="0"/>
          <a:fontRef idx="minor"/>
        </p:style>
        <p:txBody>
          <a:bodyPr lIns="90000" rIns="90000" tIns="13320" bIns="13320" anchor="t">
            <a:noAutofit/>
          </a:bodyPr>
          <a:p>
            <a:endParaRPr b="0" lang="en-US" sz="1800" spc="-1" strike="noStrike">
              <a:solidFill>
                <a:srgbClr val="ffffff"/>
              </a:solidFill>
              <a:latin typeface="Arial"/>
            </a:endParaRPr>
          </a:p>
        </p:txBody>
      </p:sp>
      <p:sp>
        <p:nvSpPr>
          <p:cNvPr id="132" name="Text 12"/>
          <p:cNvSpPr/>
          <p:nvPr/>
        </p:nvSpPr>
        <p:spPr>
          <a:xfrm>
            <a:off x="1106280" y="3767400"/>
            <a:ext cx="2550960" cy="6123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400" spc="-1" strike="noStrike">
                <a:solidFill>
                  <a:srgbClr val="1d304b"/>
                </a:solidFill>
                <a:latin typeface="Aptos"/>
                <a:ea typeface="Aptos"/>
              </a:rPr>
              <a:t>Annotated notebook + glossary</a:t>
            </a:r>
            <a:endParaRPr b="0" lang="en-US" sz="1400" spc="-1" strike="noStrike">
              <a:solidFill>
                <a:srgbClr val="000000"/>
              </a:solidFill>
              <a:latin typeface="Arial"/>
            </a:endParaRPr>
          </a:p>
        </p:txBody>
      </p:sp>
      <p:sp>
        <p:nvSpPr>
          <p:cNvPr id="133" name="Shape 13"/>
          <p:cNvSpPr/>
          <p:nvPr/>
        </p:nvSpPr>
        <p:spPr>
          <a:xfrm>
            <a:off x="896040" y="4535280"/>
            <a:ext cx="82080" cy="82080"/>
          </a:xfrm>
          <a:prstGeom prst="roundRect">
            <a:avLst>
              <a:gd name="adj" fmla="val 177778"/>
            </a:avLst>
          </a:prstGeom>
          <a:solidFill>
            <a:srgbClr val="047e83"/>
          </a:solidFill>
          <a:ln w="12700">
            <a:solidFill>
              <a:srgbClr val="047e83">
                <a:alpha val="0"/>
              </a:srgbClr>
            </a:solidFill>
            <a:round/>
          </a:ln>
        </p:spPr>
        <p:style>
          <a:lnRef idx="0"/>
          <a:fillRef idx="0"/>
          <a:effectRef idx="0"/>
          <a:fontRef idx="minor"/>
        </p:style>
        <p:txBody>
          <a:bodyPr lIns="90000" rIns="90000" tIns="13320" bIns="13320" anchor="t">
            <a:noAutofit/>
          </a:bodyPr>
          <a:p>
            <a:endParaRPr b="0" lang="en-US" sz="1800" spc="-1" strike="noStrike">
              <a:solidFill>
                <a:srgbClr val="ffffff"/>
              </a:solidFill>
              <a:latin typeface="Arial"/>
            </a:endParaRPr>
          </a:p>
        </p:txBody>
      </p:sp>
      <p:sp>
        <p:nvSpPr>
          <p:cNvPr id="134" name="Text 14"/>
          <p:cNvSpPr/>
          <p:nvPr/>
        </p:nvSpPr>
        <p:spPr>
          <a:xfrm>
            <a:off x="1106280" y="4407480"/>
            <a:ext cx="2550960" cy="6123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400" spc="-1" strike="noStrike">
                <a:solidFill>
                  <a:srgbClr val="1d304b"/>
                </a:solidFill>
                <a:latin typeface="Aptos"/>
                <a:ea typeface="Aptos"/>
              </a:rPr>
              <a:t>Accessible data dictionary</a:t>
            </a:r>
            <a:endParaRPr b="0" lang="en-US" sz="1400" spc="-1" strike="noStrike">
              <a:solidFill>
                <a:srgbClr val="000000"/>
              </a:solidFill>
              <a:latin typeface="Arial"/>
            </a:endParaRPr>
          </a:p>
        </p:txBody>
      </p:sp>
      <p:sp>
        <p:nvSpPr>
          <p:cNvPr id="135" name="Shape 15"/>
          <p:cNvSpPr/>
          <p:nvPr/>
        </p:nvSpPr>
        <p:spPr>
          <a:xfrm>
            <a:off x="4526280" y="1673280"/>
            <a:ext cx="3163320" cy="4087080"/>
          </a:xfrm>
          <a:prstGeom prst="roundRect">
            <a:avLst>
              <a:gd name="adj" fmla="val 4624"/>
            </a:avLst>
          </a:prstGeom>
          <a:solidFill>
            <a:srgbClr val="e8f4f3"/>
          </a:solidFill>
          <a:ln w="12700">
            <a:solidFill>
              <a:srgbClr val="e8f4f3">
                <a:alpha val="0"/>
              </a:srgbClr>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36" name="Text 16"/>
          <p:cNvSpPr/>
          <p:nvPr/>
        </p:nvSpPr>
        <p:spPr>
          <a:xfrm>
            <a:off x="4727520" y="1947600"/>
            <a:ext cx="2761200" cy="301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1" strike="noStrike">
                <a:solidFill>
                  <a:srgbClr val="047e83"/>
                </a:solidFill>
                <a:latin typeface="Aptos"/>
                <a:ea typeface="Aptos"/>
              </a:rPr>
              <a:t>DURING THE LAB</a:t>
            </a:r>
            <a:endParaRPr b="0" lang="en-US" sz="1200" spc="-1" strike="noStrike">
              <a:solidFill>
                <a:srgbClr val="000000"/>
              </a:solidFill>
              <a:latin typeface="Arial"/>
            </a:endParaRPr>
          </a:p>
        </p:txBody>
      </p:sp>
      <p:sp>
        <p:nvSpPr>
          <p:cNvPr id="137" name="Text 17"/>
          <p:cNvSpPr/>
          <p:nvPr/>
        </p:nvSpPr>
        <p:spPr>
          <a:xfrm>
            <a:off x="4727520" y="2350080"/>
            <a:ext cx="2724480" cy="502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500" spc="-1" strike="noStrike">
                <a:solidFill>
                  <a:srgbClr val="1d304b"/>
                </a:solidFill>
                <a:latin typeface="Aptos"/>
                <a:ea typeface="Aptos"/>
              </a:rPr>
              <a:t>Investigate</a:t>
            </a:r>
            <a:endParaRPr b="0" lang="en-US" sz="2500" spc="-1" strike="noStrike">
              <a:solidFill>
                <a:srgbClr val="000000"/>
              </a:solidFill>
              <a:latin typeface="Arial"/>
            </a:endParaRPr>
          </a:p>
        </p:txBody>
      </p:sp>
      <p:sp>
        <p:nvSpPr>
          <p:cNvPr id="138" name="Shape 18"/>
          <p:cNvSpPr/>
          <p:nvPr/>
        </p:nvSpPr>
        <p:spPr>
          <a:xfrm>
            <a:off x="4736520" y="3255120"/>
            <a:ext cx="82080" cy="82080"/>
          </a:xfrm>
          <a:prstGeom prst="roundRect">
            <a:avLst>
              <a:gd name="adj" fmla="val 177778"/>
            </a:avLst>
          </a:prstGeom>
          <a:solidFill>
            <a:srgbClr val="047e83"/>
          </a:solidFill>
          <a:ln w="12700">
            <a:solidFill>
              <a:srgbClr val="047e83">
                <a:alpha val="0"/>
              </a:srgbClr>
            </a:solidFill>
            <a:round/>
          </a:ln>
        </p:spPr>
        <p:style>
          <a:lnRef idx="0"/>
          <a:fillRef idx="0"/>
          <a:effectRef idx="0"/>
          <a:fontRef idx="minor"/>
        </p:style>
        <p:txBody>
          <a:bodyPr lIns="90000" rIns="90000" tIns="13320" bIns="13320" anchor="t">
            <a:noAutofit/>
          </a:bodyPr>
          <a:p>
            <a:endParaRPr b="0" lang="en-US" sz="1800" spc="-1" strike="noStrike">
              <a:solidFill>
                <a:srgbClr val="ffffff"/>
              </a:solidFill>
              <a:latin typeface="Arial"/>
            </a:endParaRPr>
          </a:p>
        </p:txBody>
      </p:sp>
      <p:sp>
        <p:nvSpPr>
          <p:cNvPr id="139" name="Text 19"/>
          <p:cNvSpPr/>
          <p:nvPr/>
        </p:nvSpPr>
        <p:spPr>
          <a:xfrm>
            <a:off x="4946760" y="3127320"/>
            <a:ext cx="2550960" cy="6123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400" spc="-1" strike="noStrike">
                <a:solidFill>
                  <a:srgbClr val="1d304b"/>
                </a:solidFill>
                <a:latin typeface="Aptos"/>
                <a:ea typeface="Aptos"/>
              </a:rPr>
              <a:t>Live code + paired reasoning</a:t>
            </a:r>
            <a:endParaRPr b="0" lang="en-US" sz="1400" spc="-1" strike="noStrike">
              <a:solidFill>
                <a:srgbClr val="000000"/>
              </a:solidFill>
              <a:latin typeface="Arial"/>
            </a:endParaRPr>
          </a:p>
        </p:txBody>
      </p:sp>
      <p:sp>
        <p:nvSpPr>
          <p:cNvPr id="140" name="Shape 20"/>
          <p:cNvSpPr/>
          <p:nvPr/>
        </p:nvSpPr>
        <p:spPr>
          <a:xfrm>
            <a:off x="4736520" y="3895200"/>
            <a:ext cx="82080" cy="82080"/>
          </a:xfrm>
          <a:prstGeom prst="roundRect">
            <a:avLst>
              <a:gd name="adj" fmla="val 177778"/>
            </a:avLst>
          </a:prstGeom>
          <a:solidFill>
            <a:srgbClr val="047e83"/>
          </a:solidFill>
          <a:ln w="12700">
            <a:solidFill>
              <a:srgbClr val="047e83">
                <a:alpha val="0"/>
              </a:srgbClr>
            </a:solidFill>
            <a:round/>
          </a:ln>
        </p:spPr>
        <p:style>
          <a:lnRef idx="0"/>
          <a:fillRef idx="0"/>
          <a:effectRef idx="0"/>
          <a:fontRef idx="minor"/>
        </p:style>
        <p:txBody>
          <a:bodyPr lIns="90000" rIns="90000" tIns="13320" bIns="13320" anchor="t">
            <a:noAutofit/>
          </a:bodyPr>
          <a:p>
            <a:endParaRPr b="0" lang="en-US" sz="1800" spc="-1" strike="noStrike">
              <a:solidFill>
                <a:srgbClr val="ffffff"/>
              </a:solidFill>
              <a:latin typeface="Arial"/>
            </a:endParaRPr>
          </a:p>
        </p:txBody>
      </p:sp>
      <p:sp>
        <p:nvSpPr>
          <p:cNvPr id="141" name="Text 21"/>
          <p:cNvSpPr/>
          <p:nvPr/>
        </p:nvSpPr>
        <p:spPr>
          <a:xfrm>
            <a:off x="4946760" y="3767400"/>
            <a:ext cx="2550960" cy="6123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400" spc="-1" strike="noStrike">
                <a:solidFill>
                  <a:srgbClr val="1d304b"/>
                </a:solidFill>
                <a:latin typeface="Aptos"/>
                <a:ea typeface="Aptos"/>
              </a:rPr>
              <a:t>Checkpoint feedback / debugging</a:t>
            </a:r>
            <a:endParaRPr b="0" lang="en-US" sz="1400" spc="-1" strike="noStrike">
              <a:solidFill>
                <a:srgbClr val="000000"/>
              </a:solidFill>
              <a:latin typeface="Arial"/>
            </a:endParaRPr>
          </a:p>
        </p:txBody>
      </p:sp>
      <p:sp>
        <p:nvSpPr>
          <p:cNvPr id="142" name="Shape 22"/>
          <p:cNvSpPr/>
          <p:nvPr/>
        </p:nvSpPr>
        <p:spPr>
          <a:xfrm>
            <a:off x="4736520" y="4535280"/>
            <a:ext cx="82080" cy="82080"/>
          </a:xfrm>
          <a:prstGeom prst="roundRect">
            <a:avLst>
              <a:gd name="adj" fmla="val 177778"/>
            </a:avLst>
          </a:prstGeom>
          <a:solidFill>
            <a:srgbClr val="047e83"/>
          </a:solidFill>
          <a:ln w="12700">
            <a:solidFill>
              <a:srgbClr val="047e83">
                <a:alpha val="0"/>
              </a:srgbClr>
            </a:solidFill>
            <a:round/>
          </a:ln>
        </p:spPr>
        <p:style>
          <a:lnRef idx="0"/>
          <a:fillRef idx="0"/>
          <a:effectRef idx="0"/>
          <a:fontRef idx="minor"/>
        </p:style>
        <p:txBody>
          <a:bodyPr lIns="90000" rIns="90000" tIns="13320" bIns="13320" anchor="t">
            <a:noAutofit/>
          </a:bodyPr>
          <a:p>
            <a:endParaRPr b="0" lang="en-US" sz="1800" spc="-1" strike="noStrike">
              <a:solidFill>
                <a:srgbClr val="ffffff"/>
              </a:solidFill>
              <a:latin typeface="Arial"/>
            </a:endParaRPr>
          </a:p>
        </p:txBody>
      </p:sp>
      <p:sp>
        <p:nvSpPr>
          <p:cNvPr id="143" name="Text 23"/>
          <p:cNvSpPr/>
          <p:nvPr/>
        </p:nvSpPr>
        <p:spPr>
          <a:xfrm>
            <a:off x="4946760" y="4407480"/>
            <a:ext cx="2550960" cy="6123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400" spc="-1" strike="noStrike">
                <a:solidFill>
                  <a:srgbClr val="1d304b"/>
                </a:solidFill>
                <a:latin typeface="Aptos"/>
                <a:ea typeface="Aptos"/>
              </a:rPr>
              <a:t>Explain assumptions, not only code</a:t>
            </a:r>
            <a:endParaRPr b="0" lang="en-US" sz="1400" spc="-1" strike="noStrike">
              <a:solidFill>
                <a:srgbClr val="000000"/>
              </a:solidFill>
              <a:latin typeface="Arial"/>
            </a:endParaRPr>
          </a:p>
        </p:txBody>
      </p:sp>
      <p:sp>
        <p:nvSpPr>
          <p:cNvPr id="144" name="Shape 24"/>
          <p:cNvSpPr/>
          <p:nvPr/>
        </p:nvSpPr>
        <p:spPr>
          <a:xfrm>
            <a:off x="8357760" y="1673280"/>
            <a:ext cx="3163320" cy="4087080"/>
          </a:xfrm>
          <a:prstGeom prst="roundRect">
            <a:avLst>
              <a:gd name="adj" fmla="val 4624"/>
            </a:avLst>
          </a:prstGeom>
          <a:solidFill>
            <a:srgbClr val="eff5f8"/>
          </a:solidFill>
          <a:ln w="12700">
            <a:solidFill>
              <a:srgbClr val="eff5f8">
                <a:alpha val="0"/>
              </a:srgbClr>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45" name="Text 25"/>
          <p:cNvSpPr/>
          <p:nvPr/>
        </p:nvSpPr>
        <p:spPr>
          <a:xfrm>
            <a:off x="8558640" y="1947600"/>
            <a:ext cx="2761200" cy="301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1" strike="noStrike">
                <a:solidFill>
                  <a:srgbClr val="047e83"/>
                </a:solidFill>
                <a:latin typeface="Aptos"/>
                <a:ea typeface="Aptos"/>
              </a:rPr>
              <a:t>AFTER THE LAB</a:t>
            </a:r>
            <a:endParaRPr b="0" lang="en-US" sz="1200" spc="-1" strike="noStrike">
              <a:solidFill>
                <a:srgbClr val="000000"/>
              </a:solidFill>
              <a:latin typeface="Arial"/>
            </a:endParaRPr>
          </a:p>
        </p:txBody>
      </p:sp>
      <p:sp>
        <p:nvSpPr>
          <p:cNvPr id="146" name="Text 26"/>
          <p:cNvSpPr/>
          <p:nvPr/>
        </p:nvSpPr>
        <p:spPr>
          <a:xfrm>
            <a:off x="8558640" y="2350080"/>
            <a:ext cx="2724480" cy="502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500" spc="-1" strike="noStrike">
                <a:solidFill>
                  <a:srgbClr val="1d304b"/>
                </a:solidFill>
                <a:latin typeface="Aptos"/>
                <a:ea typeface="Aptos"/>
              </a:rPr>
              <a:t>Extend</a:t>
            </a:r>
            <a:endParaRPr b="0" lang="en-US" sz="2500" spc="-1" strike="noStrike">
              <a:solidFill>
                <a:srgbClr val="000000"/>
              </a:solidFill>
              <a:latin typeface="Arial"/>
            </a:endParaRPr>
          </a:p>
        </p:txBody>
      </p:sp>
      <p:sp>
        <p:nvSpPr>
          <p:cNvPr id="147" name="Shape 27"/>
          <p:cNvSpPr/>
          <p:nvPr/>
        </p:nvSpPr>
        <p:spPr>
          <a:xfrm>
            <a:off x="8568000" y="3255120"/>
            <a:ext cx="82080" cy="82080"/>
          </a:xfrm>
          <a:prstGeom prst="roundRect">
            <a:avLst>
              <a:gd name="adj" fmla="val 177778"/>
            </a:avLst>
          </a:prstGeom>
          <a:solidFill>
            <a:srgbClr val="047e83"/>
          </a:solidFill>
          <a:ln w="12700">
            <a:solidFill>
              <a:srgbClr val="047e83">
                <a:alpha val="0"/>
              </a:srgbClr>
            </a:solidFill>
            <a:round/>
          </a:ln>
        </p:spPr>
        <p:style>
          <a:lnRef idx="0"/>
          <a:fillRef idx="0"/>
          <a:effectRef idx="0"/>
          <a:fontRef idx="minor"/>
        </p:style>
        <p:txBody>
          <a:bodyPr lIns="90000" rIns="90000" tIns="13320" bIns="13320" anchor="t">
            <a:noAutofit/>
          </a:bodyPr>
          <a:p>
            <a:endParaRPr b="0" lang="en-US" sz="1800" spc="-1" strike="noStrike">
              <a:solidFill>
                <a:srgbClr val="ffffff"/>
              </a:solidFill>
              <a:latin typeface="Arial"/>
            </a:endParaRPr>
          </a:p>
        </p:txBody>
      </p:sp>
      <p:sp>
        <p:nvSpPr>
          <p:cNvPr id="148" name="Text 28"/>
          <p:cNvSpPr/>
          <p:nvPr/>
        </p:nvSpPr>
        <p:spPr>
          <a:xfrm>
            <a:off x="8778240" y="3127320"/>
            <a:ext cx="2550960" cy="6123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400" spc="-1" strike="noStrike">
                <a:solidFill>
                  <a:srgbClr val="1d304b"/>
                </a:solidFill>
                <a:latin typeface="Aptos"/>
                <a:ea typeface="Aptos"/>
              </a:rPr>
              <a:t>Independent analytical choice</a:t>
            </a:r>
            <a:endParaRPr b="0" lang="en-US" sz="1400" spc="-1" strike="noStrike">
              <a:solidFill>
                <a:srgbClr val="000000"/>
              </a:solidFill>
              <a:latin typeface="Arial"/>
            </a:endParaRPr>
          </a:p>
        </p:txBody>
      </p:sp>
      <p:sp>
        <p:nvSpPr>
          <p:cNvPr id="149" name="Shape 29"/>
          <p:cNvSpPr/>
          <p:nvPr/>
        </p:nvSpPr>
        <p:spPr>
          <a:xfrm>
            <a:off x="8568000" y="3895200"/>
            <a:ext cx="82080" cy="82080"/>
          </a:xfrm>
          <a:prstGeom prst="roundRect">
            <a:avLst>
              <a:gd name="adj" fmla="val 177778"/>
            </a:avLst>
          </a:prstGeom>
          <a:solidFill>
            <a:srgbClr val="047e83"/>
          </a:solidFill>
          <a:ln w="12700">
            <a:solidFill>
              <a:srgbClr val="047e83">
                <a:alpha val="0"/>
              </a:srgbClr>
            </a:solidFill>
            <a:round/>
          </a:ln>
        </p:spPr>
        <p:style>
          <a:lnRef idx="0"/>
          <a:fillRef idx="0"/>
          <a:effectRef idx="0"/>
          <a:fontRef idx="minor"/>
        </p:style>
        <p:txBody>
          <a:bodyPr lIns="90000" rIns="90000" tIns="13320" bIns="13320" anchor="t">
            <a:noAutofit/>
          </a:bodyPr>
          <a:p>
            <a:endParaRPr b="0" lang="en-US" sz="1800" spc="-1" strike="noStrike">
              <a:solidFill>
                <a:srgbClr val="ffffff"/>
              </a:solidFill>
              <a:latin typeface="Arial"/>
            </a:endParaRPr>
          </a:p>
        </p:txBody>
      </p:sp>
      <p:sp>
        <p:nvSpPr>
          <p:cNvPr id="150" name="Text 30"/>
          <p:cNvSpPr/>
          <p:nvPr/>
        </p:nvSpPr>
        <p:spPr>
          <a:xfrm>
            <a:off x="8778240" y="3767400"/>
            <a:ext cx="2550960" cy="6123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400" spc="-1" strike="noStrike">
                <a:solidFill>
                  <a:srgbClr val="1d304b"/>
                </a:solidFill>
                <a:latin typeface="Aptos"/>
                <a:ea typeface="Aptos"/>
              </a:rPr>
              <a:t>Advanced extension: calibration</a:t>
            </a:r>
            <a:endParaRPr b="0" lang="en-US" sz="1400" spc="-1" strike="noStrike">
              <a:solidFill>
                <a:srgbClr val="000000"/>
              </a:solidFill>
              <a:latin typeface="Arial"/>
            </a:endParaRPr>
          </a:p>
        </p:txBody>
      </p:sp>
      <p:sp>
        <p:nvSpPr>
          <p:cNvPr id="151" name="Shape 31"/>
          <p:cNvSpPr/>
          <p:nvPr/>
        </p:nvSpPr>
        <p:spPr>
          <a:xfrm>
            <a:off x="8568000" y="4535280"/>
            <a:ext cx="82080" cy="82080"/>
          </a:xfrm>
          <a:prstGeom prst="roundRect">
            <a:avLst>
              <a:gd name="adj" fmla="val 177778"/>
            </a:avLst>
          </a:prstGeom>
          <a:solidFill>
            <a:srgbClr val="047e83"/>
          </a:solidFill>
          <a:ln w="12700">
            <a:solidFill>
              <a:srgbClr val="047e83">
                <a:alpha val="0"/>
              </a:srgbClr>
            </a:solidFill>
            <a:round/>
          </a:ln>
        </p:spPr>
        <p:style>
          <a:lnRef idx="0"/>
          <a:fillRef idx="0"/>
          <a:effectRef idx="0"/>
          <a:fontRef idx="minor"/>
        </p:style>
        <p:txBody>
          <a:bodyPr lIns="90000" rIns="90000" tIns="13320" bIns="13320" anchor="t">
            <a:noAutofit/>
          </a:bodyPr>
          <a:p>
            <a:endParaRPr b="0" lang="en-US" sz="1800" spc="-1" strike="noStrike">
              <a:solidFill>
                <a:srgbClr val="ffffff"/>
              </a:solidFill>
              <a:latin typeface="Arial"/>
            </a:endParaRPr>
          </a:p>
        </p:txBody>
      </p:sp>
      <p:sp>
        <p:nvSpPr>
          <p:cNvPr id="152" name="Text 32"/>
          <p:cNvSpPr/>
          <p:nvPr/>
        </p:nvSpPr>
        <p:spPr>
          <a:xfrm>
            <a:off x="8778240" y="4407480"/>
            <a:ext cx="2550960" cy="6123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400" spc="-1" strike="noStrike">
                <a:solidFill>
                  <a:srgbClr val="1d304b"/>
                </a:solidFill>
                <a:latin typeface="Aptos"/>
                <a:ea typeface="Aptos"/>
              </a:rPr>
              <a:t>Short critical reflection</a:t>
            </a:r>
            <a:endParaRPr b="0" lang="en-US" sz="1400" spc="-1" strike="noStrike">
              <a:solidFill>
                <a:srgbClr val="000000"/>
              </a:solidFill>
              <a:latin typeface="Arial"/>
            </a:endParaRPr>
          </a:p>
        </p:txBody>
      </p:sp>
      <p:sp>
        <p:nvSpPr>
          <p:cNvPr id="153" name="Text 33"/>
          <p:cNvSpPr/>
          <p:nvPr/>
        </p:nvSpPr>
        <p:spPr>
          <a:xfrm>
            <a:off x="777240" y="5970960"/>
            <a:ext cx="10926720" cy="319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bg>
      <p:bgPr>
        <a:solidFill>
          <a:srgbClr val="ffffff"/>
        </a:solidFill>
      </p:bgPr>
    </p:bg>
    <p:spTree>
      <p:nvGrpSpPr>
        <p:cNvPr id="1" name=""/>
        <p:cNvGrpSpPr/>
        <p:nvPr/>
      </p:nvGrpSpPr>
      <p:grpSpPr>
        <a:xfrm>
          <a:off x="0" y="0"/>
          <a:ext cx="0" cy="0"/>
          <a:chOff x="0" y="0"/>
          <a:chExt cx="0" cy="0"/>
        </a:xfrm>
      </p:grpSpPr>
      <p:sp>
        <p:nvSpPr>
          <p:cNvPr id="154" name="Shape 0"/>
          <p:cNvSpPr/>
          <p:nvPr/>
        </p:nvSpPr>
        <p:spPr>
          <a:xfrm>
            <a:off x="0" y="0"/>
            <a:ext cx="12188520" cy="164160"/>
          </a:xfrm>
          <a:prstGeom prst="rect">
            <a:avLst/>
          </a:prstGeom>
          <a:solidFill>
            <a:srgbClr val="047e83"/>
          </a:solidFill>
          <a:ln w="12700">
            <a:solidFill>
              <a:srgbClr val="047e83">
                <a:alpha val="0"/>
              </a:srgbClr>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55" name="Text 1"/>
          <p:cNvSpPr/>
          <p:nvPr/>
        </p:nvSpPr>
        <p:spPr>
          <a:xfrm>
            <a:off x="594360" y="402480"/>
            <a:ext cx="11018160" cy="511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800" spc="-1" strike="noStrike">
                <a:solidFill>
                  <a:srgbClr val="101f35"/>
                </a:solidFill>
                <a:latin typeface="Aptos"/>
                <a:ea typeface="Aptos"/>
              </a:rPr>
              <a:t>How will we know students have learned?</a:t>
            </a:r>
            <a:endParaRPr b="0" lang="en-US" sz="2800" spc="-1" strike="noStrike">
              <a:solidFill>
                <a:srgbClr val="000000"/>
              </a:solidFill>
              <a:latin typeface="Arial"/>
            </a:endParaRPr>
          </a:p>
        </p:txBody>
      </p:sp>
      <p:sp>
        <p:nvSpPr>
          <p:cNvPr id="156" name="Text 2"/>
          <p:cNvSpPr/>
          <p:nvPr/>
        </p:nvSpPr>
        <p:spPr>
          <a:xfrm>
            <a:off x="603360" y="978480"/>
            <a:ext cx="1097244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400" spc="-1" strike="noStrike">
                <a:solidFill>
                  <a:srgbClr val="66778a"/>
                </a:solidFill>
                <a:latin typeface="Aptos"/>
                <a:ea typeface="Aptos"/>
              </a:rPr>
              <a:t>Evidence-led assessment and a responsible final recommendation</a:t>
            </a:r>
            <a:endParaRPr b="0" lang="en-US" sz="1400" spc="-1" strike="noStrike">
              <a:solidFill>
                <a:srgbClr val="000000"/>
              </a:solidFill>
              <a:latin typeface="Arial"/>
            </a:endParaRPr>
          </a:p>
        </p:txBody>
      </p:sp>
      <p:sp>
        <p:nvSpPr>
          <p:cNvPr id="157" name="Shape 3"/>
          <p:cNvSpPr/>
          <p:nvPr/>
        </p:nvSpPr>
        <p:spPr>
          <a:xfrm>
            <a:off x="594360" y="6464880"/>
            <a:ext cx="11009160" cy="13320"/>
          </a:xfrm>
          <a:prstGeom prst="rect">
            <a:avLst/>
          </a:prstGeom>
          <a:solidFill>
            <a:srgbClr val="dce6ec"/>
          </a:solidFill>
          <a:ln w="12700">
            <a:solidFill>
              <a:srgbClr val="dce6ec">
                <a:alpha val="0"/>
              </a:srgbClr>
            </a:solidFill>
            <a:round/>
          </a:ln>
        </p:spPr>
        <p:style>
          <a:lnRef idx="0"/>
          <a:fillRef idx="0"/>
          <a:effectRef idx="0"/>
          <a:fontRef idx="minor"/>
        </p:style>
        <p:txBody>
          <a:bodyPr lIns="90000" rIns="90000" tIns="-31320" bIns="-31320" anchor="t">
            <a:noAutofit/>
          </a:bodyPr>
          <a:p>
            <a:endParaRPr b="0" lang="en-US" sz="1800" spc="-1" strike="noStrike">
              <a:solidFill>
                <a:srgbClr val="000000"/>
              </a:solidFill>
              <a:latin typeface="Arial"/>
            </a:endParaRPr>
          </a:p>
        </p:txBody>
      </p:sp>
      <p:sp>
        <p:nvSpPr>
          <p:cNvPr id="158" name="Text 4"/>
          <p:cNvSpPr/>
          <p:nvPr/>
        </p:nvSpPr>
        <p:spPr>
          <a:xfrm>
            <a:off x="594360" y="6528960"/>
            <a:ext cx="9143640" cy="164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00" spc="-1" strike="noStrike">
                <a:solidFill>
                  <a:srgbClr val="66778a"/>
                </a:solidFill>
                <a:latin typeface="Aptos"/>
                <a:ea typeface="Aptos"/>
              </a:rPr>
              <a:t>LEVEL 7  •  DATA ANALYTICS: TOOLS &amp; TECHNIQUES</a:t>
            </a:r>
            <a:endParaRPr b="0" lang="en-US" sz="900" spc="-1" strike="noStrike">
              <a:solidFill>
                <a:srgbClr val="000000"/>
              </a:solidFill>
              <a:latin typeface="Arial"/>
            </a:endParaRPr>
          </a:p>
        </p:txBody>
      </p:sp>
      <p:sp>
        <p:nvSpPr>
          <p:cNvPr id="159" name="Text 5"/>
          <p:cNvSpPr/>
          <p:nvPr/>
        </p:nvSpPr>
        <p:spPr>
          <a:xfrm>
            <a:off x="11064240" y="6510600"/>
            <a:ext cx="493560" cy="18252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1000" spc="-1" strike="noStrike">
                <a:solidFill>
                  <a:srgbClr val="66778a"/>
                </a:solidFill>
                <a:latin typeface="Aptos"/>
                <a:ea typeface="Aptos"/>
              </a:rPr>
              <a:t>07</a:t>
            </a:r>
            <a:endParaRPr b="0" lang="en-US" sz="1000" spc="-1" strike="noStrike">
              <a:solidFill>
                <a:srgbClr val="000000"/>
              </a:solidFill>
              <a:latin typeface="Arial"/>
            </a:endParaRPr>
          </a:p>
        </p:txBody>
      </p:sp>
      <p:sp>
        <p:nvSpPr>
          <p:cNvPr id="160" name="Shape 6"/>
          <p:cNvSpPr/>
          <p:nvPr/>
        </p:nvSpPr>
        <p:spPr>
          <a:xfrm>
            <a:off x="704160" y="1554480"/>
            <a:ext cx="5623200" cy="4251600"/>
          </a:xfrm>
          <a:prstGeom prst="roundRect">
            <a:avLst>
              <a:gd name="adj" fmla="val 3441"/>
            </a:avLst>
          </a:prstGeom>
          <a:solidFill>
            <a:srgbClr val="eff5f8"/>
          </a:solidFill>
          <a:ln w="12700">
            <a:solidFill>
              <a:srgbClr val="eff5f8">
                <a:alpha val="0"/>
              </a:srgbClr>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61" name="Text 7"/>
          <p:cNvSpPr/>
          <p:nvPr/>
        </p:nvSpPr>
        <p:spPr>
          <a:xfrm>
            <a:off x="969120" y="1847160"/>
            <a:ext cx="5019840" cy="282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00" spc="-1" strike="noStrike">
                <a:solidFill>
                  <a:srgbClr val="047e83"/>
                </a:solidFill>
                <a:latin typeface="Aptos"/>
                <a:ea typeface="Aptos"/>
              </a:rPr>
              <a:t>FORMATIVE EVIDENCE</a:t>
            </a:r>
            <a:endParaRPr b="0" lang="en-US" sz="1400" spc="-1" strike="noStrike">
              <a:solidFill>
                <a:srgbClr val="000000"/>
              </a:solidFill>
              <a:latin typeface="Arial"/>
            </a:endParaRPr>
          </a:p>
        </p:txBody>
      </p:sp>
      <p:sp>
        <p:nvSpPr>
          <p:cNvPr id="162" name="Shape 8"/>
          <p:cNvSpPr/>
          <p:nvPr/>
        </p:nvSpPr>
        <p:spPr>
          <a:xfrm>
            <a:off x="987480" y="2560320"/>
            <a:ext cx="82080" cy="82080"/>
          </a:xfrm>
          <a:prstGeom prst="roundRect">
            <a:avLst>
              <a:gd name="adj" fmla="val 177778"/>
            </a:avLst>
          </a:prstGeom>
          <a:solidFill>
            <a:srgbClr val="047e83"/>
          </a:solidFill>
          <a:ln w="12700">
            <a:solidFill>
              <a:srgbClr val="047e83">
                <a:alpha val="0"/>
              </a:srgbClr>
            </a:solidFill>
            <a:round/>
          </a:ln>
        </p:spPr>
        <p:style>
          <a:lnRef idx="0"/>
          <a:fillRef idx="0"/>
          <a:effectRef idx="0"/>
          <a:fontRef idx="minor"/>
        </p:style>
        <p:txBody>
          <a:bodyPr lIns="90000" rIns="90000" tIns="13320" bIns="13320" anchor="t">
            <a:noAutofit/>
          </a:bodyPr>
          <a:p>
            <a:endParaRPr b="0" lang="en-US" sz="1800" spc="-1" strike="noStrike">
              <a:solidFill>
                <a:srgbClr val="ffffff"/>
              </a:solidFill>
              <a:latin typeface="Arial"/>
            </a:endParaRPr>
          </a:p>
        </p:txBody>
      </p:sp>
      <p:sp>
        <p:nvSpPr>
          <p:cNvPr id="163" name="Text 9"/>
          <p:cNvSpPr/>
          <p:nvPr/>
        </p:nvSpPr>
        <p:spPr>
          <a:xfrm>
            <a:off x="1197720" y="2432160"/>
            <a:ext cx="4717800" cy="630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700" spc="-1" strike="noStrike">
                <a:solidFill>
                  <a:srgbClr val="1d304b"/>
                </a:solidFill>
                <a:latin typeface="Aptos"/>
                <a:ea typeface="Aptos"/>
              </a:rPr>
              <a:t>Data validation and notebook checkpoints</a:t>
            </a:r>
            <a:endParaRPr b="0" lang="en-US" sz="1700" spc="-1" strike="noStrike">
              <a:solidFill>
                <a:srgbClr val="000000"/>
              </a:solidFill>
              <a:latin typeface="Arial"/>
            </a:endParaRPr>
          </a:p>
        </p:txBody>
      </p:sp>
      <p:sp>
        <p:nvSpPr>
          <p:cNvPr id="164" name="Shape 10"/>
          <p:cNvSpPr/>
          <p:nvPr/>
        </p:nvSpPr>
        <p:spPr>
          <a:xfrm>
            <a:off x="987480" y="3218760"/>
            <a:ext cx="82080" cy="82080"/>
          </a:xfrm>
          <a:prstGeom prst="roundRect">
            <a:avLst>
              <a:gd name="adj" fmla="val 177778"/>
            </a:avLst>
          </a:prstGeom>
          <a:solidFill>
            <a:srgbClr val="047e83"/>
          </a:solidFill>
          <a:ln w="12700">
            <a:solidFill>
              <a:srgbClr val="047e83">
                <a:alpha val="0"/>
              </a:srgbClr>
            </a:solidFill>
            <a:round/>
          </a:ln>
        </p:spPr>
        <p:style>
          <a:lnRef idx="0"/>
          <a:fillRef idx="0"/>
          <a:effectRef idx="0"/>
          <a:fontRef idx="minor"/>
        </p:style>
        <p:txBody>
          <a:bodyPr lIns="90000" rIns="90000" tIns="13320" bIns="13320" anchor="t">
            <a:noAutofit/>
          </a:bodyPr>
          <a:p>
            <a:endParaRPr b="0" lang="en-US" sz="1800" spc="-1" strike="noStrike">
              <a:solidFill>
                <a:srgbClr val="ffffff"/>
              </a:solidFill>
              <a:latin typeface="Arial"/>
            </a:endParaRPr>
          </a:p>
        </p:txBody>
      </p:sp>
      <p:sp>
        <p:nvSpPr>
          <p:cNvPr id="165" name="Text 11"/>
          <p:cNvSpPr/>
          <p:nvPr/>
        </p:nvSpPr>
        <p:spPr>
          <a:xfrm>
            <a:off x="1197720" y="3090600"/>
            <a:ext cx="4717800" cy="630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700" spc="-1" strike="noStrike">
                <a:solidFill>
                  <a:srgbClr val="1d304b"/>
                </a:solidFill>
                <a:latin typeface="Aptos"/>
                <a:ea typeface="Aptos"/>
              </a:rPr>
              <a:t>Peer explanations of model choices</a:t>
            </a:r>
            <a:endParaRPr b="0" lang="en-US" sz="1700" spc="-1" strike="noStrike">
              <a:solidFill>
                <a:srgbClr val="000000"/>
              </a:solidFill>
              <a:latin typeface="Arial"/>
            </a:endParaRPr>
          </a:p>
        </p:txBody>
      </p:sp>
      <p:sp>
        <p:nvSpPr>
          <p:cNvPr id="166" name="Shape 12"/>
          <p:cNvSpPr/>
          <p:nvPr/>
        </p:nvSpPr>
        <p:spPr>
          <a:xfrm>
            <a:off x="987480" y="3877200"/>
            <a:ext cx="82080" cy="82080"/>
          </a:xfrm>
          <a:prstGeom prst="roundRect">
            <a:avLst>
              <a:gd name="adj" fmla="val 177778"/>
            </a:avLst>
          </a:prstGeom>
          <a:solidFill>
            <a:srgbClr val="047e83"/>
          </a:solidFill>
          <a:ln w="12700">
            <a:solidFill>
              <a:srgbClr val="047e83">
                <a:alpha val="0"/>
              </a:srgbClr>
            </a:solidFill>
            <a:round/>
          </a:ln>
        </p:spPr>
        <p:style>
          <a:lnRef idx="0"/>
          <a:fillRef idx="0"/>
          <a:effectRef idx="0"/>
          <a:fontRef idx="minor"/>
        </p:style>
        <p:txBody>
          <a:bodyPr lIns="90000" rIns="90000" tIns="13320" bIns="13320" anchor="t">
            <a:noAutofit/>
          </a:bodyPr>
          <a:p>
            <a:endParaRPr b="0" lang="en-US" sz="1800" spc="-1" strike="noStrike">
              <a:solidFill>
                <a:srgbClr val="ffffff"/>
              </a:solidFill>
              <a:latin typeface="Arial"/>
            </a:endParaRPr>
          </a:p>
        </p:txBody>
      </p:sp>
      <p:sp>
        <p:nvSpPr>
          <p:cNvPr id="167" name="Text 13"/>
          <p:cNvSpPr/>
          <p:nvPr/>
        </p:nvSpPr>
        <p:spPr>
          <a:xfrm>
            <a:off x="1197720" y="3749040"/>
            <a:ext cx="4717800" cy="630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700" spc="-1" strike="noStrike">
                <a:solidFill>
                  <a:srgbClr val="1d304b"/>
                </a:solidFill>
                <a:latin typeface="Aptos"/>
                <a:ea typeface="Aptos"/>
              </a:rPr>
              <a:t>Mini-review of errors and limitations</a:t>
            </a:r>
            <a:endParaRPr b="0" lang="en-US" sz="1700" spc="-1" strike="noStrike">
              <a:solidFill>
                <a:srgbClr val="000000"/>
              </a:solidFill>
              <a:latin typeface="Arial"/>
            </a:endParaRPr>
          </a:p>
        </p:txBody>
      </p:sp>
      <p:sp>
        <p:nvSpPr>
          <p:cNvPr id="168" name="Shape 14"/>
          <p:cNvSpPr/>
          <p:nvPr/>
        </p:nvSpPr>
        <p:spPr>
          <a:xfrm>
            <a:off x="987480" y="4535280"/>
            <a:ext cx="82080" cy="82080"/>
          </a:xfrm>
          <a:prstGeom prst="roundRect">
            <a:avLst>
              <a:gd name="adj" fmla="val 177778"/>
            </a:avLst>
          </a:prstGeom>
          <a:solidFill>
            <a:srgbClr val="047e83"/>
          </a:solidFill>
          <a:ln w="12700">
            <a:solidFill>
              <a:srgbClr val="047e83">
                <a:alpha val="0"/>
              </a:srgbClr>
            </a:solidFill>
            <a:round/>
          </a:ln>
        </p:spPr>
        <p:style>
          <a:lnRef idx="0"/>
          <a:fillRef idx="0"/>
          <a:effectRef idx="0"/>
          <a:fontRef idx="minor"/>
        </p:style>
        <p:txBody>
          <a:bodyPr lIns="90000" rIns="90000" tIns="13320" bIns="13320" anchor="t">
            <a:noAutofit/>
          </a:bodyPr>
          <a:p>
            <a:endParaRPr b="0" lang="en-US" sz="1800" spc="-1" strike="noStrike">
              <a:solidFill>
                <a:srgbClr val="ffffff"/>
              </a:solidFill>
              <a:latin typeface="Arial"/>
            </a:endParaRPr>
          </a:p>
        </p:txBody>
      </p:sp>
      <p:sp>
        <p:nvSpPr>
          <p:cNvPr id="169" name="Text 15"/>
          <p:cNvSpPr/>
          <p:nvPr/>
        </p:nvSpPr>
        <p:spPr>
          <a:xfrm>
            <a:off x="1197720" y="4407480"/>
            <a:ext cx="4717800" cy="630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700" spc="-1" strike="noStrike">
                <a:solidFill>
                  <a:srgbClr val="1d304b"/>
                </a:solidFill>
                <a:latin typeface="Aptos"/>
                <a:ea typeface="Aptos"/>
              </a:rPr>
              <a:t>Feedback before the final submission</a:t>
            </a:r>
            <a:endParaRPr b="0" lang="en-US" sz="1700" spc="-1" strike="noStrike">
              <a:solidFill>
                <a:srgbClr val="000000"/>
              </a:solidFill>
              <a:latin typeface="Arial"/>
            </a:endParaRPr>
          </a:p>
        </p:txBody>
      </p:sp>
      <p:sp>
        <p:nvSpPr>
          <p:cNvPr id="170" name="Shape 16"/>
          <p:cNvSpPr/>
          <p:nvPr/>
        </p:nvSpPr>
        <p:spPr>
          <a:xfrm>
            <a:off x="6565320" y="1554480"/>
            <a:ext cx="4836960" cy="4251600"/>
          </a:xfrm>
          <a:prstGeom prst="roundRect">
            <a:avLst>
              <a:gd name="adj" fmla="val 3441"/>
            </a:avLst>
          </a:prstGeom>
          <a:solidFill>
            <a:srgbClr val="eaf4f3"/>
          </a:solidFill>
          <a:ln w="12700">
            <a:solidFill>
              <a:srgbClr val="eaf4f3">
                <a:alpha val="0"/>
              </a:srgbClr>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71" name="Text 17"/>
          <p:cNvSpPr/>
          <p:nvPr/>
        </p:nvSpPr>
        <p:spPr>
          <a:xfrm>
            <a:off x="6858000" y="1847160"/>
            <a:ext cx="4178520" cy="282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00" spc="-1" strike="noStrike">
                <a:solidFill>
                  <a:srgbClr val="047e83"/>
                </a:solidFill>
                <a:latin typeface="Aptos"/>
                <a:ea typeface="Aptos"/>
              </a:rPr>
              <a:t>AUTHENTIC OUTPUT</a:t>
            </a:r>
            <a:endParaRPr b="0" lang="en-US" sz="1400" spc="-1" strike="noStrike">
              <a:solidFill>
                <a:srgbClr val="000000"/>
              </a:solidFill>
              <a:latin typeface="Arial"/>
            </a:endParaRPr>
          </a:p>
        </p:txBody>
      </p:sp>
      <p:sp>
        <p:nvSpPr>
          <p:cNvPr id="172" name="Shape 18"/>
          <p:cNvSpPr/>
          <p:nvPr/>
        </p:nvSpPr>
        <p:spPr>
          <a:xfrm>
            <a:off x="6867000" y="2560320"/>
            <a:ext cx="82080" cy="82080"/>
          </a:xfrm>
          <a:prstGeom prst="roundRect">
            <a:avLst>
              <a:gd name="adj" fmla="val 177778"/>
            </a:avLst>
          </a:prstGeom>
          <a:solidFill>
            <a:srgbClr val="047e83"/>
          </a:solidFill>
          <a:ln w="12700">
            <a:solidFill>
              <a:srgbClr val="047e83">
                <a:alpha val="0"/>
              </a:srgbClr>
            </a:solidFill>
            <a:round/>
          </a:ln>
        </p:spPr>
        <p:style>
          <a:lnRef idx="0"/>
          <a:fillRef idx="0"/>
          <a:effectRef idx="0"/>
          <a:fontRef idx="minor"/>
        </p:style>
        <p:txBody>
          <a:bodyPr lIns="90000" rIns="90000" tIns="13320" bIns="13320" anchor="t">
            <a:noAutofit/>
          </a:bodyPr>
          <a:p>
            <a:endParaRPr b="0" lang="en-US" sz="1800" spc="-1" strike="noStrike">
              <a:solidFill>
                <a:srgbClr val="ffffff"/>
              </a:solidFill>
              <a:latin typeface="Arial"/>
            </a:endParaRPr>
          </a:p>
        </p:txBody>
      </p:sp>
      <p:sp>
        <p:nvSpPr>
          <p:cNvPr id="173" name="Text 19"/>
          <p:cNvSpPr/>
          <p:nvPr/>
        </p:nvSpPr>
        <p:spPr>
          <a:xfrm>
            <a:off x="7077600" y="2432160"/>
            <a:ext cx="3894840" cy="630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600" spc="-1" strike="noStrike">
                <a:solidFill>
                  <a:srgbClr val="1d304b"/>
                </a:solidFill>
                <a:latin typeface="Aptos"/>
                <a:ea typeface="Aptos"/>
              </a:rPr>
              <a:t>Reproducible technical notebook</a:t>
            </a:r>
            <a:endParaRPr b="0" lang="en-US" sz="1600" spc="-1" strike="noStrike">
              <a:solidFill>
                <a:srgbClr val="000000"/>
              </a:solidFill>
              <a:latin typeface="Arial"/>
            </a:endParaRPr>
          </a:p>
        </p:txBody>
      </p:sp>
      <p:sp>
        <p:nvSpPr>
          <p:cNvPr id="174" name="Shape 20"/>
          <p:cNvSpPr/>
          <p:nvPr/>
        </p:nvSpPr>
        <p:spPr>
          <a:xfrm>
            <a:off x="6867000" y="3218760"/>
            <a:ext cx="82080" cy="82080"/>
          </a:xfrm>
          <a:prstGeom prst="roundRect">
            <a:avLst>
              <a:gd name="adj" fmla="val 177778"/>
            </a:avLst>
          </a:prstGeom>
          <a:solidFill>
            <a:srgbClr val="047e83"/>
          </a:solidFill>
          <a:ln w="12700">
            <a:solidFill>
              <a:srgbClr val="047e83">
                <a:alpha val="0"/>
              </a:srgbClr>
            </a:solidFill>
            <a:round/>
          </a:ln>
        </p:spPr>
        <p:style>
          <a:lnRef idx="0"/>
          <a:fillRef idx="0"/>
          <a:effectRef idx="0"/>
          <a:fontRef idx="minor"/>
        </p:style>
        <p:txBody>
          <a:bodyPr lIns="90000" rIns="90000" tIns="13320" bIns="13320" anchor="t">
            <a:noAutofit/>
          </a:bodyPr>
          <a:p>
            <a:endParaRPr b="0" lang="en-US" sz="1800" spc="-1" strike="noStrike">
              <a:solidFill>
                <a:srgbClr val="ffffff"/>
              </a:solidFill>
              <a:latin typeface="Arial"/>
            </a:endParaRPr>
          </a:p>
        </p:txBody>
      </p:sp>
      <p:sp>
        <p:nvSpPr>
          <p:cNvPr id="175" name="Text 21"/>
          <p:cNvSpPr/>
          <p:nvPr/>
        </p:nvSpPr>
        <p:spPr>
          <a:xfrm>
            <a:off x="7077600" y="3090600"/>
            <a:ext cx="3894840" cy="630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600" spc="-1" strike="noStrike">
                <a:solidFill>
                  <a:srgbClr val="1d304b"/>
                </a:solidFill>
                <a:latin typeface="Aptos"/>
                <a:ea typeface="Aptos"/>
              </a:rPr>
              <a:t>Short policy-facing evidence brief</a:t>
            </a:r>
            <a:endParaRPr b="0" lang="en-US" sz="1600" spc="-1" strike="noStrike">
              <a:solidFill>
                <a:srgbClr val="000000"/>
              </a:solidFill>
              <a:latin typeface="Arial"/>
            </a:endParaRPr>
          </a:p>
        </p:txBody>
      </p:sp>
      <p:sp>
        <p:nvSpPr>
          <p:cNvPr id="176" name="Shape 22"/>
          <p:cNvSpPr/>
          <p:nvPr/>
        </p:nvSpPr>
        <p:spPr>
          <a:xfrm>
            <a:off x="6867000" y="3877200"/>
            <a:ext cx="82080" cy="82080"/>
          </a:xfrm>
          <a:prstGeom prst="roundRect">
            <a:avLst>
              <a:gd name="adj" fmla="val 177778"/>
            </a:avLst>
          </a:prstGeom>
          <a:solidFill>
            <a:srgbClr val="047e83"/>
          </a:solidFill>
          <a:ln w="12700">
            <a:solidFill>
              <a:srgbClr val="047e83">
                <a:alpha val="0"/>
              </a:srgbClr>
            </a:solidFill>
            <a:round/>
          </a:ln>
        </p:spPr>
        <p:style>
          <a:lnRef idx="0"/>
          <a:fillRef idx="0"/>
          <a:effectRef idx="0"/>
          <a:fontRef idx="minor"/>
        </p:style>
        <p:txBody>
          <a:bodyPr lIns="90000" rIns="90000" tIns="13320" bIns="13320" anchor="t">
            <a:noAutofit/>
          </a:bodyPr>
          <a:p>
            <a:endParaRPr b="0" lang="en-US" sz="1800" spc="-1" strike="noStrike">
              <a:solidFill>
                <a:srgbClr val="ffffff"/>
              </a:solidFill>
              <a:latin typeface="Arial"/>
            </a:endParaRPr>
          </a:p>
        </p:txBody>
      </p:sp>
      <p:sp>
        <p:nvSpPr>
          <p:cNvPr id="177" name="Text 23"/>
          <p:cNvSpPr/>
          <p:nvPr/>
        </p:nvSpPr>
        <p:spPr>
          <a:xfrm>
            <a:off x="7077600" y="3749040"/>
            <a:ext cx="3894840" cy="630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600" spc="-1" strike="noStrike">
                <a:solidFill>
                  <a:srgbClr val="1d304b"/>
                </a:solidFill>
                <a:latin typeface="Aptos"/>
                <a:ea typeface="Aptos"/>
              </a:rPr>
              <a:t>Critical discussion of uncertainty</a:t>
            </a:r>
            <a:endParaRPr b="0" lang="en-US" sz="1600" spc="-1" strike="noStrike">
              <a:solidFill>
                <a:srgbClr val="000000"/>
              </a:solidFill>
              <a:latin typeface="Arial"/>
            </a:endParaRPr>
          </a:p>
        </p:txBody>
      </p:sp>
      <p:sp>
        <p:nvSpPr>
          <p:cNvPr id="178" name="Shape 24"/>
          <p:cNvSpPr/>
          <p:nvPr/>
        </p:nvSpPr>
        <p:spPr>
          <a:xfrm>
            <a:off x="6867000" y="4535280"/>
            <a:ext cx="82080" cy="82080"/>
          </a:xfrm>
          <a:prstGeom prst="roundRect">
            <a:avLst>
              <a:gd name="adj" fmla="val 177778"/>
            </a:avLst>
          </a:prstGeom>
          <a:solidFill>
            <a:srgbClr val="047e83"/>
          </a:solidFill>
          <a:ln w="12700">
            <a:solidFill>
              <a:srgbClr val="047e83">
                <a:alpha val="0"/>
              </a:srgbClr>
            </a:solidFill>
            <a:round/>
          </a:ln>
        </p:spPr>
        <p:style>
          <a:lnRef idx="0"/>
          <a:fillRef idx="0"/>
          <a:effectRef idx="0"/>
          <a:fontRef idx="minor"/>
        </p:style>
        <p:txBody>
          <a:bodyPr lIns="90000" rIns="90000" tIns="13320" bIns="13320" anchor="t">
            <a:noAutofit/>
          </a:bodyPr>
          <a:p>
            <a:endParaRPr b="0" lang="en-US" sz="1800" spc="-1" strike="noStrike">
              <a:solidFill>
                <a:srgbClr val="ffffff"/>
              </a:solidFill>
              <a:latin typeface="Arial"/>
            </a:endParaRPr>
          </a:p>
        </p:txBody>
      </p:sp>
      <p:sp>
        <p:nvSpPr>
          <p:cNvPr id="179" name="Text 25"/>
          <p:cNvSpPr/>
          <p:nvPr/>
        </p:nvSpPr>
        <p:spPr>
          <a:xfrm>
            <a:off x="7077600" y="4407480"/>
            <a:ext cx="3894840" cy="630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600" spc="-1" strike="noStrike">
                <a:solidFill>
                  <a:srgbClr val="1d304b"/>
                </a:solidFill>
                <a:latin typeface="Aptos"/>
                <a:ea typeface="Aptos"/>
              </a:rPr>
              <a:t>Transparent AI use + attribution</a:t>
            </a:r>
            <a:endParaRPr b="0" lang="en-US" sz="1600" spc="-1" strike="noStrike">
              <a:solidFill>
                <a:srgbClr val="000000"/>
              </a:solidFill>
              <a:latin typeface="Arial"/>
            </a:endParaRPr>
          </a:p>
        </p:txBody>
      </p:sp>
      <p:sp>
        <p:nvSpPr>
          <p:cNvPr id="180" name="Text 26"/>
          <p:cNvSpPr/>
          <p:nvPr/>
        </p:nvSpPr>
        <p:spPr>
          <a:xfrm>
            <a:off x="740520" y="6016680"/>
            <a:ext cx="10679760" cy="356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200" spc="-1" strike="noStrike">
                <a:solidFill>
                  <a:srgbClr val="101f35"/>
                </a:solidFill>
                <a:latin typeface="Aptos"/>
                <a:ea typeface="Aptos"/>
              </a:rPr>
              <a:t>From “Can it run?” to “Can the decision be defended?”</a:t>
            </a:r>
            <a:endParaRPr b="0" lang="en-US" sz="2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pitchFamily="0" charset="1"/>
        <a:ea typeface=""/>
        <a:cs typeface=""/>
      </a:majorFont>
      <a:minorFont>
        <a:latin typeface="Apto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798</TotalTime>
  <Application>LibreOffice/24.2.7.2$Linux_X86_64 LibreOffice_project/420$Build-2</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2026-10-22T21:25:42Z</dcterms:created>
  <dc:creator>Academic interview preparation</dc:creator>
  <dc:description/>
  <dc:language>en-US</dc:language>
  <cp:lastModifiedBy/>
  <dcterms:modified xsi:type="dcterms:W3CDTF">2026-10-28T12:49:52Z</dcterms:modified>
  <cp:revision>3</cp:revision>
  <dc:subject>Level 7 Data Analytics practical laboratories</dc:subject>
  <dc:title>Can Data Analytics Make Our Roads Safer?</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7</vt:i4>
  </property>
  <property fmtid="{D5CDD505-2E9C-101B-9397-08002B2CF9AE}" pid="3" name="PresentationFormat">
    <vt:lpwstr>On-screen Show (16:9)</vt:lpwstr>
  </property>
  <property fmtid="{D5CDD505-2E9C-101B-9397-08002B2CF9AE}" pid="4" name="Slides">
    <vt:i4>7</vt:i4>
  </property>
</Properties>
</file>